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5"/>
  </p:notesMasterIdLst>
  <p:handoutMasterIdLst>
    <p:handoutMasterId r:id="rId16"/>
  </p:handoutMasterIdLst>
  <p:sldIdLst>
    <p:sldId id="256" r:id="rId2"/>
    <p:sldId id="283" r:id="rId3"/>
    <p:sldId id="257" r:id="rId4"/>
    <p:sldId id="263" r:id="rId5"/>
    <p:sldId id="258" r:id="rId6"/>
    <p:sldId id="261" r:id="rId7"/>
    <p:sldId id="284" r:id="rId8"/>
    <p:sldId id="260" r:id="rId9"/>
    <p:sldId id="262" r:id="rId10"/>
    <p:sldId id="285" r:id="rId11"/>
    <p:sldId id="264" r:id="rId12"/>
    <p:sldId id="281" r:id="rId13"/>
    <p:sldId id="282"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81552" autoAdjust="0"/>
  </p:normalViewPr>
  <p:slideViewPr>
    <p:cSldViewPr snapToGrid="0">
      <p:cViewPr varScale="1">
        <p:scale>
          <a:sx n="67" d="100"/>
          <a:sy n="67" d="100"/>
        </p:scale>
        <p:origin x="1133"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EC95CB7A-58CC-4468-A329-11EA7D52C1D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71CA6B8E-D556-4452-9890-7034B5A642B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ABB444B-C614-4A0A-9EAD-AB9A6F8B2117}" type="datetimeFigureOut">
              <a:rPr lang="fr-FR" smtClean="0"/>
              <a:t>04/10/2026</a:t>
            </a:fld>
            <a:endParaRPr lang="fr-FR"/>
          </a:p>
        </p:txBody>
      </p:sp>
      <p:sp>
        <p:nvSpPr>
          <p:cNvPr id="4" name="Espace réservé du pied de page 3">
            <a:extLst>
              <a:ext uri="{FF2B5EF4-FFF2-40B4-BE49-F238E27FC236}">
                <a16:creationId xmlns:a16="http://schemas.microsoft.com/office/drawing/2014/main" id="{183F82A4-C01B-43C7-BF80-5ED3FFA2486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3BC7C2C3-3843-4BE5-A3E6-FA8550FE3DE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5D8D35A-26B9-4639-ACB1-5089C3402154}" type="slidenum">
              <a:rPr lang="fr-FR" smtClean="0"/>
              <a:t>‹N°›</a:t>
            </a:fld>
            <a:endParaRPr lang="fr-FR"/>
          </a:p>
        </p:txBody>
      </p:sp>
    </p:spTree>
    <p:extLst>
      <p:ext uri="{BB962C8B-B14F-4D97-AF65-F5344CB8AC3E}">
        <p14:creationId xmlns:p14="http://schemas.microsoft.com/office/powerpoint/2010/main" val="319860355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472171-4F98-4CEF-94BF-2BA7B87166DE}" type="datetimeFigureOut">
              <a:rPr lang="fr-FR" smtClean="0"/>
              <a:t>04/10/2026</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2E4D51-BEAB-4ED0-A7C8-B36AAA0BB94B}" type="slidenum">
              <a:rPr lang="fr-FR" smtClean="0"/>
              <a:t>‹N°›</a:t>
            </a:fld>
            <a:endParaRPr lang="fr-FR" dirty="0"/>
          </a:p>
        </p:txBody>
      </p:sp>
    </p:spTree>
    <p:extLst>
      <p:ext uri="{BB962C8B-B14F-4D97-AF65-F5344CB8AC3E}">
        <p14:creationId xmlns:p14="http://schemas.microsoft.com/office/powerpoint/2010/main" val="193611289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52E4D51-BEAB-4ED0-A7C8-B36AAA0BB94B}" type="slidenum">
              <a:rPr lang="fr-FR" smtClean="0"/>
              <a:t>4</a:t>
            </a:fld>
            <a:endParaRPr lang="fr-FR" dirty="0"/>
          </a:p>
        </p:txBody>
      </p:sp>
    </p:spTree>
    <p:extLst>
      <p:ext uri="{BB962C8B-B14F-4D97-AF65-F5344CB8AC3E}">
        <p14:creationId xmlns:p14="http://schemas.microsoft.com/office/powerpoint/2010/main" val="27974241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Ansible peut être utilisé pour :</a:t>
            </a:r>
          </a:p>
          <a:p>
            <a:pPr marL="171450" indent="-171450">
              <a:buFont typeface="Arial" panose="020B0604020202020204" pitchFamily="34" charset="0"/>
              <a:buChar char="•"/>
            </a:pPr>
            <a:r>
              <a:rPr lang="fr-FR" dirty="0"/>
              <a:t>Déployer automatiquement plusieurs serveurs DNS avec BIND9 (primaires et secondaires).</a:t>
            </a:r>
          </a:p>
          <a:p>
            <a:pPr marL="171450" indent="-171450">
              <a:buFont typeface="Arial" panose="020B0604020202020204" pitchFamily="34" charset="0"/>
              <a:buChar char="•"/>
            </a:pPr>
            <a:r>
              <a:rPr lang="fr-FR" dirty="0"/>
              <a:t>Appliquer des configurations identiques ou spécifiques à chaque serveur.</a:t>
            </a:r>
          </a:p>
          <a:p>
            <a:pPr marL="171450" indent="-171450">
              <a:buFont typeface="Arial" panose="020B0604020202020204" pitchFamily="34" charset="0"/>
              <a:buChar char="•"/>
            </a:pPr>
            <a:r>
              <a:rPr lang="fr-FR" dirty="0"/>
              <a:t>Mettre en place des scripts de réplication de zones DNS.</a:t>
            </a:r>
          </a:p>
        </p:txBody>
      </p:sp>
      <p:sp>
        <p:nvSpPr>
          <p:cNvPr id="4" name="Espace réservé du numéro de diapositive 3"/>
          <p:cNvSpPr>
            <a:spLocks noGrp="1"/>
          </p:cNvSpPr>
          <p:nvPr>
            <p:ph type="sldNum" sz="quarter" idx="5"/>
          </p:nvPr>
        </p:nvSpPr>
        <p:spPr/>
        <p:txBody>
          <a:bodyPr/>
          <a:lstStyle/>
          <a:p>
            <a:fld id="{E52E4D51-BEAB-4ED0-A7C8-B36AAA0BB94B}" type="slidenum">
              <a:rPr lang="fr-FR" smtClean="0"/>
              <a:t>6</a:t>
            </a:fld>
            <a:endParaRPr lang="fr-FR" dirty="0"/>
          </a:p>
        </p:txBody>
      </p:sp>
    </p:spTree>
    <p:extLst>
      <p:ext uri="{BB962C8B-B14F-4D97-AF65-F5344CB8AC3E}">
        <p14:creationId xmlns:p14="http://schemas.microsoft.com/office/powerpoint/2010/main" val="17912846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171450" indent="-171450">
              <a:buFont typeface="Arial" panose="020B0604020202020204" pitchFamily="34" charset="0"/>
              <a:buChar char="•"/>
            </a:pPr>
            <a:r>
              <a:rPr lang="fr-FR" dirty="0"/>
              <a:t>« le mot « orchestrer » signifie coordonner automatiquement  les configuration.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b="1" dirty="0" err="1"/>
              <a:t>2.Création</a:t>
            </a:r>
            <a:r>
              <a:rPr lang="fr-FR" b="1" dirty="0"/>
              <a:t> d’un rôle Ansible nommé "</a:t>
            </a:r>
            <a:r>
              <a:rPr lang="fr-FR" b="1" dirty="0" err="1"/>
              <a:t>Bind9</a:t>
            </a:r>
            <a:r>
              <a:rPr lang="fr-FR" b="1" dirty="0"/>
              <a:t>"</a:t>
            </a:r>
            <a:r>
              <a:rPr lang="fr-FR" dirty="0"/>
              <a:t> comprenant une structure de dossiers standard (</a:t>
            </a:r>
            <a:r>
              <a:rPr lang="fr-FR" dirty="0" err="1"/>
              <a:t>inventory.yml</a:t>
            </a:r>
            <a:r>
              <a:rPr lang="fr-FR" dirty="0"/>
              <a:t>,</a:t>
            </a:r>
            <a:r>
              <a:rPr lang="fr-FR" sz="1800" dirty="0">
                <a:effectLst/>
                <a:latin typeface="Times New Roman" panose="02020603050405020304" pitchFamily="18" charset="0"/>
                <a:ea typeface="Calibri" panose="020F0502020204030204" pitchFamily="34" charset="0"/>
              </a:rPr>
              <a:t> </a:t>
            </a:r>
            <a:r>
              <a:rPr lang="fr-FR" sz="1800" dirty="0" err="1">
                <a:effectLst/>
                <a:latin typeface="Times New Roman" panose="02020603050405020304" pitchFamily="18" charset="0"/>
                <a:ea typeface="Calibri" panose="020F0502020204030204" pitchFamily="34" charset="0"/>
              </a:rPr>
              <a:t>playbook.ymletc</a:t>
            </a:r>
            <a:r>
              <a:rPr lang="fr-FR" dirty="0"/>
              <a:t>.), afin d’automatiser toutes les étapes nécessaires à la mise en place du serveur DNS : installation du paquet </a:t>
            </a:r>
            <a:r>
              <a:rPr lang="fr-FR" dirty="0" err="1"/>
              <a:t>Bind9</a:t>
            </a:r>
            <a:r>
              <a:rPr lang="fr-FR" dirty="0"/>
              <a:t>, configuration des fichiers de zones et de résolutions, ainsi que le redémarrage du service. Ce rôle permet de réutiliser la même configuration de manière cohérente sur le serveur maître et le serveur esclave.</a:t>
            </a:r>
            <a:br>
              <a:rPr lang="fr-FR" dirty="0"/>
            </a:br>
            <a:endParaRPr lang="fr-FR" dirty="0"/>
          </a:p>
        </p:txBody>
      </p:sp>
      <p:sp>
        <p:nvSpPr>
          <p:cNvPr id="4" name="Espace réservé du numéro de diapositive 3"/>
          <p:cNvSpPr>
            <a:spLocks noGrp="1"/>
          </p:cNvSpPr>
          <p:nvPr>
            <p:ph type="sldNum" sz="quarter" idx="5"/>
          </p:nvPr>
        </p:nvSpPr>
        <p:spPr/>
        <p:txBody>
          <a:bodyPr/>
          <a:lstStyle/>
          <a:p>
            <a:fld id="{E52E4D51-BEAB-4ED0-A7C8-B36AAA0BB94B}" type="slidenum">
              <a:rPr lang="fr-FR" smtClean="0"/>
              <a:t>7</a:t>
            </a:fld>
            <a:endParaRPr lang="fr-FR" dirty="0"/>
          </a:p>
        </p:txBody>
      </p:sp>
    </p:spTree>
    <p:extLst>
      <p:ext uri="{BB962C8B-B14F-4D97-AF65-F5344CB8AC3E}">
        <p14:creationId xmlns:p14="http://schemas.microsoft.com/office/powerpoint/2010/main" val="4023284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52E4D51-BEAB-4ED0-A7C8-B36AAA0BB94B}" type="slidenum">
              <a:rPr lang="fr-FR" smtClean="0"/>
              <a:t>8</a:t>
            </a:fld>
            <a:endParaRPr lang="fr-FR" dirty="0"/>
          </a:p>
        </p:txBody>
      </p:sp>
    </p:spTree>
    <p:extLst>
      <p:ext uri="{BB962C8B-B14F-4D97-AF65-F5344CB8AC3E}">
        <p14:creationId xmlns:p14="http://schemas.microsoft.com/office/powerpoint/2010/main" val="6124516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Le diagramme illustre le processus de requête DNS avec un mécanisme de basculement automatique en cas de panne. Lorsqu'un utilisateur envoie une requête DNS, le serveur DNS principal tente d'y répondre. Si ce serveur est en panne, le système détecte automatiquement l'échec et reroute la requête vers le serveur DNS secondaire pour assurer la continuité du service. Cette redirection garantit que l'utilisateur reçoit toujours une réponse, même en cas de défaillance du serveur principal.</a:t>
            </a:r>
          </a:p>
          <a:p>
            <a:endParaRPr lang="fr-FR" dirty="0"/>
          </a:p>
        </p:txBody>
      </p:sp>
      <p:sp>
        <p:nvSpPr>
          <p:cNvPr id="4" name="Espace réservé du numéro de diapositive 3"/>
          <p:cNvSpPr>
            <a:spLocks noGrp="1"/>
          </p:cNvSpPr>
          <p:nvPr>
            <p:ph type="sldNum" sz="quarter" idx="5"/>
          </p:nvPr>
        </p:nvSpPr>
        <p:spPr/>
        <p:txBody>
          <a:bodyPr/>
          <a:lstStyle/>
          <a:p>
            <a:fld id="{E52E4D51-BEAB-4ED0-A7C8-B36AAA0BB94B}" type="slidenum">
              <a:rPr lang="fr-FR" smtClean="0"/>
              <a:t>9</a:t>
            </a:fld>
            <a:endParaRPr lang="fr-FR" dirty="0"/>
          </a:p>
        </p:txBody>
      </p:sp>
    </p:spTree>
    <p:extLst>
      <p:ext uri="{BB962C8B-B14F-4D97-AF65-F5344CB8AC3E}">
        <p14:creationId xmlns:p14="http://schemas.microsoft.com/office/powerpoint/2010/main" val="1561357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82B468-B7D8-4FFF-A1C9-C2B6E6EFEB31}"/>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8E4B585B-559A-4A53-944A-620720B84D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ADE65C68-3079-4764-8FFF-AFA1AD7B3AD8}"/>
              </a:ext>
            </a:extLst>
          </p:cNvPr>
          <p:cNvSpPr>
            <a:spLocks noGrp="1"/>
          </p:cNvSpPr>
          <p:nvPr>
            <p:ph type="dt" sz="half" idx="10"/>
          </p:nvPr>
        </p:nvSpPr>
        <p:spPr/>
        <p:txBody>
          <a:bodyPr/>
          <a:lstStyle/>
          <a:p>
            <a:fld id="{5C22D0EB-223F-45D0-8EB7-ADAED90A9E5F}" type="datetime1">
              <a:rPr lang="fr-FR" smtClean="0"/>
              <a:t>04/10/2026</a:t>
            </a:fld>
            <a:endParaRPr lang="fr-FR" dirty="0"/>
          </a:p>
        </p:txBody>
      </p:sp>
      <p:sp>
        <p:nvSpPr>
          <p:cNvPr id="5" name="Espace réservé du pied de page 4">
            <a:extLst>
              <a:ext uri="{FF2B5EF4-FFF2-40B4-BE49-F238E27FC236}">
                <a16:creationId xmlns:a16="http://schemas.microsoft.com/office/drawing/2014/main" id="{A82371BE-A077-4550-8387-CA760686357E}"/>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5DC3029E-5211-4B46-AC25-3DACC4ED8F84}"/>
              </a:ext>
            </a:extLst>
          </p:cNvPr>
          <p:cNvSpPr>
            <a:spLocks noGrp="1"/>
          </p:cNvSpPr>
          <p:nvPr>
            <p:ph type="sldNum" sz="quarter" idx="12"/>
          </p:nvPr>
        </p:nvSpPr>
        <p:spPr/>
        <p:txBody>
          <a:bodyPr/>
          <a:lstStyle/>
          <a:p>
            <a:fld id="{E6DE1272-AAF5-4641-8632-E3BD682AB88B}" type="slidenum">
              <a:rPr lang="fr-FR" smtClean="0"/>
              <a:t>‹N°›</a:t>
            </a:fld>
            <a:endParaRPr lang="fr-FR" dirty="0"/>
          </a:p>
        </p:txBody>
      </p:sp>
    </p:spTree>
    <p:extLst>
      <p:ext uri="{BB962C8B-B14F-4D97-AF65-F5344CB8AC3E}">
        <p14:creationId xmlns:p14="http://schemas.microsoft.com/office/powerpoint/2010/main" val="3485651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96203-3D82-43A4-B40E-3E913316FCD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5276B435-5E83-40A8-AC72-6984B19DB3F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8AD148E-51B7-41C4-956F-D5C7130FE871}"/>
              </a:ext>
            </a:extLst>
          </p:cNvPr>
          <p:cNvSpPr>
            <a:spLocks noGrp="1"/>
          </p:cNvSpPr>
          <p:nvPr>
            <p:ph type="dt" sz="half" idx="10"/>
          </p:nvPr>
        </p:nvSpPr>
        <p:spPr/>
        <p:txBody>
          <a:bodyPr/>
          <a:lstStyle/>
          <a:p>
            <a:fld id="{234D8F3F-91EB-4CD2-872E-E164177280D9}" type="datetime1">
              <a:rPr lang="fr-FR" smtClean="0"/>
              <a:t>04/10/2026</a:t>
            </a:fld>
            <a:endParaRPr lang="fr-FR" dirty="0"/>
          </a:p>
        </p:txBody>
      </p:sp>
      <p:sp>
        <p:nvSpPr>
          <p:cNvPr id="5" name="Espace réservé du pied de page 4">
            <a:extLst>
              <a:ext uri="{FF2B5EF4-FFF2-40B4-BE49-F238E27FC236}">
                <a16:creationId xmlns:a16="http://schemas.microsoft.com/office/drawing/2014/main" id="{4DDC5E1E-B60D-45B5-A7D3-B249BEB7DF47}"/>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5DD9FAA4-9998-4877-ACF4-189EE761338C}"/>
              </a:ext>
            </a:extLst>
          </p:cNvPr>
          <p:cNvSpPr>
            <a:spLocks noGrp="1"/>
          </p:cNvSpPr>
          <p:nvPr>
            <p:ph type="sldNum" sz="quarter" idx="12"/>
          </p:nvPr>
        </p:nvSpPr>
        <p:spPr/>
        <p:txBody>
          <a:bodyPr/>
          <a:lstStyle/>
          <a:p>
            <a:fld id="{E6DE1272-AAF5-4641-8632-E3BD682AB88B}" type="slidenum">
              <a:rPr lang="fr-FR" smtClean="0"/>
              <a:t>‹N°›</a:t>
            </a:fld>
            <a:endParaRPr lang="fr-FR" dirty="0"/>
          </a:p>
        </p:txBody>
      </p:sp>
    </p:spTree>
    <p:extLst>
      <p:ext uri="{BB962C8B-B14F-4D97-AF65-F5344CB8AC3E}">
        <p14:creationId xmlns:p14="http://schemas.microsoft.com/office/powerpoint/2010/main" val="25570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2E41F0-3B53-447A-8B3E-56674357D575}"/>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ACF201C9-D139-4D2D-8B74-FF298394DC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89C2428-DC2C-49D7-A595-9468D7F755A7}"/>
              </a:ext>
            </a:extLst>
          </p:cNvPr>
          <p:cNvSpPr>
            <a:spLocks noGrp="1"/>
          </p:cNvSpPr>
          <p:nvPr>
            <p:ph type="dt" sz="half" idx="10"/>
          </p:nvPr>
        </p:nvSpPr>
        <p:spPr/>
        <p:txBody>
          <a:bodyPr/>
          <a:lstStyle/>
          <a:p>
            <a:fld id="{C24188F8-7E9A-42A0-9F2C-7F24BDD88FDC}" type="datetime1">
              <a:rPr lang="fr-FR" smtClean="0"/>
              <a:t>04/10/2026</a:t>
            </a:fld>
            <a:endParaRPr lang="fr-FR" dirty="0"/>
          </a:p>
        </p:txBody>
      </p:sp>
      <p:sp>
        <p:nvSpPr>
          <p:cNvPr id="5" name="Espace réservé du pied de page 4">
            <a:extLst>
              <a:ext uri="{FF2B5EF4-FFF2-40B4-BE49-F238E27FC236}">
                <a16:creationId xmlns:a16="http://schemas.microsoft.com/office/drawing/2014/main" id="{97FDD654-059E-4B8D-97A9-E6FB86EAC881}"/>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1975C558-39E1-431A-A9D6-9791AF92244E}"/>
              </a:ext>
            </a:extLst>
          </p:cNvPr>
          <p:cNvSpPr>
            <a:spLocks noGrp="1"/>
          </p:cNvSpPr>
          <p:nvPr>
            <p:ph type="sldNum" sz="quarter" idx="12"/>
          </p:nvPr>
        </p:nvSpPr>
        <p:spPr/>
        <p:txBody>
          <a:bodyPr/>
          <a:lstStyle/>
          <a:p>
            <a:fld id="{E6DE1272-AAF5-4641-8632-E3BD682AB88B}" type="slidenum">
              <a:rPr lang="fr-FR" smtClean="0"/>
              <a:t>‹N°›</a:t>
            </a:fld>
            <a:endParaRPr lang="fr-FR" dirty="0"/>
          </a:p>
        </p:txBody>
      </p:sp>
    </p:spTree>
    <p:extLst>
      <p:ext uri="{BB962C8B-B14F-4D97-AF65-F5344CB8AC3E}">
        <p14:creationId xmlns:p14="http://schemas.microsoft.com/office/powerpoint/2010/main" val="4142134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8B12A4-17F9-47BA-B1AC-05EB7150DAE8}"/>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2A98CB4-3A0D-4ABE-9310-4F710AD3BB5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2DF3B3C-B933-4115-8187-EECE077B2469}"/>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8F900870-3F5E-484D-BEA8-366BEDA5D0BF}"/>
              </a:ext>
            </a:extLst>
          </p:cNvPr>
          <p:cNvSpPr>
            <a:spLocks noGrp="1"/>
          </p:cNvSpPr>
          <p:nvPr>
            <p:ph type="dt" sz="half" idx="10"/>
          </p:nvPr>
        </p:nvSpPr>
        <p:spPr/>
        <p:txBody>
          <a:bodyPr/>
          <a:lstStyle/>
          <a:p>
            <a:fld id="{5F2C5BAF-1577-4EC6-AE5D-B6C3E625FB66}" type="datetime1">
              <a:rPr lang="fr-FR" smtClean="0"/>
              <a:t>04/10/2026</a:t>
            </a:fld>
            <a:endParaRPr lang="fr-FR" dirty="0"/>
          </a:p>
        </p:txBody>
      </p:sp>
      <p:sp>
        <p:nvSpPr>
          <p:cNvPr id="6" name="Espace réservé du pied de page 5">
            <a:extLst>
              <a:ext uri="{FF2B5EF4-FFF2-40B4-BE49-F238E27FC236}">
                <a16:creationId xmlns:a16="http://schemas.microsoft.com/office/drawing/2014/main" id="{6D34BC21-51DD-462D-AA65-1D05ACA78B09}"/>
              </a:ext>
            </a:extLst>
          </p:cNvPr>
          <p:cNvSpPr>
            <a:spLocks noGrp="1"/>
          </p:cNvSpPr>
          <p:nvPr>
            <p:ph type="ftr" sz="quarter" idx="11"/>
          </p:nvPr>
        </p:nvSpPr>
        <p:spPr/>
        <p:txBody>
          <a:bodyPr/>
          <a:lstStyle/>
          <a:p>
            <a:endParaRPr lang="fr-FR" dirty="0"/>
          </a:p>
        </p:txBody>
      </p:sp>
      <p:sp>
        <p:nvSpPr>
          <p:cNvPr id="7" name="Espace réservé du numéro de diapositive 6">
            <a:extLst>
              <a:ext uri="{FF2B5EF4-FFF2-40B4-BE49-F238E27FC236}">
                <a16:creationId xmlns:a16="http://schemas.microsoft.com/office/drawing/2014/main" id="{BF8F037A-899C-403C-A9CF-372FC71089E5}"/>
              </a:ext>
            </a:extLst>
          </p:cNvPr>
          <p:cNvSpPr>
            <a:spLocks noGrp="1"/>
          </p:cNvSpPr>
          <p:nvPr>
            <p:ph type="sldNum" sz="quarter" idx="12"/>
          </p:nvPr>
        </p:nvSpPr>
        <p:spPr/>
        <p:txBody>
          <a:bodyPr/>
          <a:lstStyle/>
          <a:p>
            <a:fld id="{E6DE1272-AAF5-4641-8632-E3BD682AB88B}" type="slidenum">
              <a:rPr lang="fr-FR" smtClean="0"/>
              <a:t>‹N°›</a:t>
            </a:fld>
            <a:endParaRPr lang="fr-FR" dirty="0"/>
          </a:p>
        </p:txBody>
      </p:sp>
    </p:spTree>
    <p:extLst>
      <p:ext uri="{BB962C8B-B14F-4D97-AF65-F5344CB8AC3E}">
        <p14:creationId xmlns:p14="http://schemas.microsoft.com/office/powerpoint/2010/main" val="1483860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6D07C68-E766-44DC-9B83-0C471E253F7F}"/>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40B658E4-C497-400F-970D-FA6E631D52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7E114890-A2D1-40F4-8191-B33F7BAFC3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0A58947B-8B97-45A4-9875-227525DA05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96D10F6-539C-4CE9-8DE7-FCF6DCFF1BAB}"/>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7032723-A5E5-4E42-8242-4A638FD45E7B}"/>
              </a:ext>
            </a:extLst>
          </p:cNvPr>
          <p:cNvSpPr>
            <a:spLocks noGrp="1"/>
          </p:cNvSpPr>
          <p:nvPr>
            <p:ph type="dt" sz="half" idx="10"/>
          </p:nvPr>
        </p:nvSpPr>
        <p:spPr/>
        <p:txBody>
          <a:bodyPr/>
          <a:lstStyle/>
          <a:p>
            <a:fld id="{825FC6D8-6BF6-4460-8B85-1EA5066FBE84}" type="datetime1">
              <a:rPr lang="fr-FR" smtClean="0"/>
              <a:t>04/10/2026</a:t>
            </a:fld>
            <a:endParaRPr lang="fr-FR" dirty="0"/>
          </a:p>
        </p:txBody>
      </p:sp>
      <p:sp>
        <p:nvSpPr>
          <p:cNvPr id="8" name="Espace réservé du pied de page 7">
            <a:extLst>
              <a:ext uri="{FF2B5EF4-FFF2-40B4-BE49-F238E27FC236}">
                <a16:creationId xmlns:a16="http://schemas.microsoft.com/office/drawing/2014/main" id="{1484EBAD-FDF5-47A2-8EAA-44B531E9139E}"/>
              </a:ext>
            </a:extLst>
          </p:cNvPr>
          <p:cNvSpPr>
            <a:spLocks noGrp="1"/>
          </p:cNvSpPr>
          <p:nvPr>
            <p:ph type="ftr" sz="quarter" idx="11"/>
          </p:nvPr>
        </p:nvSpPr>
        <p:spPr/>
        <p:txBody>
          <a:bodyPr/>
          <a:lstStyle/>
          <a:p>
            <a:endParaRPr lang="fr-FR" dirty="0"/>
          </a:p>
        </p:txBody>
      </p:sp>
      <p:sp>
        <p:nvSpPr>
          <p:cNvPr id="9" name="Espace réservé du numéro de diapositive 8">
            <a:extLst>
              <a:ext uri="{FF2B5EF4-FFF2-40B4-BE49-F238E27FC236}">
                <a16:creationId xmlns:a16="http://schemas.microsoft.com/office/drawing/2014/main" id="{4A237918-B8FF-4312-8EE3-2A0AEB02B06D}"/>
              </a:ext>
            </a:extLst>
          </p:cNvPr>
          <p:cNvSpPr>
            <a:spLocks noGrp="1"/>
          </p:cNvSpPr>
          <p:nvPr>
            <p:ph type="sldNum" sz="quarter" idx="12"/>
          </p:nvPr>
        </p:nvSpPr>
        <p:spPr/>
        <p:txBody>
          <a:bodyPr/>
          <a:lstStyle/>
          <a:p>
            <a:fld id="{E6DE1272-AAF5-4641-8632-E3BD682AB88B}" type="slidenum">
              <a:rPr lang="fr-FR" smtClean="0"/>
              <a:t>‹N°›</a:t>
            </a:fld>
            <a:endParaRPr lang="fr-FR" dirty="0"/>
          </a:p>
        </p:txBody>
      </p:sp>
    </p:spTree>
    <p:extLst>
      <p:ext uri="{BB962C8B-B14F-4D97-AF65-F5344CB8AC3E}">
        <p14:creationId xmlns:p14="http://schemas.microsoft.com/office/powerpoint/2010/main" val="4210827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C375D51-B72C-447A-BA75-4103456A09A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76EB3256-1ECC-4228-87F9-5CB0BCCD45AD}"/>
              </a:ext>
            </a:extLst>
          </p:cNvPr>
          <p:cNvSpPr>
            <a:spLocks noGrp="1"/>
          </p:cNvSpPr>
          <p:nvPr>
            <p:ph type="dt" sz="half" idx="10"/>
          </p:nvPr>
        </p:nvSpPr>
        <p:spPr/>
        <p:txBody>
          <a:bodyPr/>
          <a:lstStyle/>
          <a:p>
            <a:fld id="{7B666888-9A73-4F0C-B419-FF5541406754}" type="datetime1">
              <a:rPr lang="fr-FR" smtClean="0"/>
              <a:t>04/10/2026</a:t>
            </a:fld>
            <a:endParaRPr lang="fr-FR" dirty="0"/>
          </a:p>
        </p:txBody>
      </p:sp>
      <p:sp>
        <p:nvSpPr>
          <p:cNvPr id="4" name="Espace réservé du pied de page 3">
            <a:extLst>
              <a:ext uri="{FF2B5EF4-FFF2-40B4-BE49-F238E27FC236}">
                <a16:creationId xmlns:a16="http://schemas.microsoft.com/office/drawing/2014/main" id="{B5052A89-F6B1-4777-9B90-88B189C35FA1}"/>
              </a:ext>
            </a:extLst>
          </p:cNvPr>
          <p:cNvSpPr>
            <a:spLocks noGrp="1"/>
          </p:cNvSpPr>
          <p:nvPr>
            <p:ph type="ftr" sz="quarter" idx="11"/>
          </p:nvPr>
        </p:nvSpPr>
        <p:spPr/>
        <p:txBody>
          <a:bodyPr/>
          <a:lstStyle/>
          <a:p>
            <a:endParaRPr lang="fr-FR" dirty="0"/>
          </a:p>
        </p:txBody>
      </p:sp>
      <p:sp>
        <p:nvSpPr>
          <p:cNvPr id="5" name="Espace réservé du numéro de diapositive 4">
            <a:extLst>
              <a:ext uri="{FF2B5EF4-FFF2-40B4-BE49-F238E27FC236}">
                <a16:creationId xmlns:a16="http://schemas.microsoft.com/office/drawing/2014/main" id="{DBC87639-A9B4-4C72-9BC5-F4631E69FA95}"/>
              </a:ext>
            </a:extLst>
          </p:cNvPr>
          <p:cNvSpPr>
            <a:spLocks noGrp="1"/>
          </p:cNvSpPr>
          <p:nvPr>
            <p:ph type="sldNum" sz="quarter" idx="12"/>
          </p:nvPr>
        </p:nvSpPr>
        <p:spPr/>
        <p:txBody>
          <a:bodyPr/>
          <a:lstStyle/>
          <a:p>
            <a:fld id="{E6DE1272-AAF5-4641-8632-E3BD682AB88B}" type="slidenum">
              <a:rPr lang="fr-FR" smtClean="0"/>
              <a:t>‹N°›</a:t>
            </a:fld>
            <a:endParaRPr lang="fr-FR" dirty="0"/>
          </a:p>
        </p:txBody>
      </p:sp>
    </p:spTree>
    <p:extLst>
      <p:ext uri="{BB962C8B-B14F-4D97-AF65-F5344CB8AC3E}">
        <p14:creationId xmlns:p14="http://schemas.microsoft.com/office/powerpoint/2010/main" val="1948811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16B8363-CAFE-4E9B-B59A-72E016DDBA19}"/>
              </a:ext>
            </a:extLst>
          </p:cNvPr>
          <p:cNvSpPr>
            <a:spLocks noGrp="1"/>
          </p:cNvSpPr>
          <p:nvPr>
            <p:ph type="dt" sz="half" idx="10"/>
          </p:nvPr>
        </p:nvSpPr>
        <p:spPr/>
        <p:txBody>
          <a:bodyPr/>
          <a:lstStyle/>
          <a:p>
            <a:fld id="{6B573E48-1402-46C3-B55C-F964B456697F}" type="datetime1">
              <a:rPr lang="fr-FR" smtClean="0"/>
              <a:t>04/10/2026</a:t>
            </a:fld>
            <a:endParaRPr lang="fr-FR" dirty="0"/>
          </a:p>
        </p:txBody>
      </p:sp>
      <p:sp>
        <p:nvSpPr>
          <p:cNvPr id="3" name="Espace réservé du pied de page 2">
            <a:extLst>
              <a:ext uri="{FF2B5EF4-FFF2-40B4-BE49-F238E27FC236}">
                <a16:creationId xmlns:a16="http://schemas.microsoft.com/office/drawing/2014/main" id="{5AF99E07-90F5-4F2F-A6F0-696845597F54}"/>
              </a:ext>
            </a:extLst>
          </p:cNvPr>
          <p:cNvSpPr>
            <a:spLocks noGrp="1"/>
          </p:cNvSpPr>
          <p:nvPr>
            <p:ph type="ftr" sz="quarter" idx="1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41CCD6C0-1BA7-4E08-A11A-3A02BBE572A6}"/>
              </a:ext>
            </a:extLst>
          </p:cNvPr>
          <p:cNvSpPr>
            <a:spLocks noGrp="1"/>
          </p:cNvSpPr>
          <p:nvPr>
            <p:ph type="sldNum" sz="quarter" idx="12"/>
          </p:nvPr>
        </p:nvSpPr>
        <p:spPr/>
        <p:txBody>
          <a:bodyPr/>
          <a:lstStyle/>
          <a:p>
            <a:fld id="{E6DE1272-AAF5-4641-8632-E3BD682AB88B}" type="slidenum">
              <a:rPr lang="fr-FR" smtClean="0"/>
              <a:t>‹N°›</a:t>
            </a:fld>
            <a:endParaRPr lang="fr-FR" dirty="0"/>
          </a:p>
        </p:txBody>
      </p:sp>
    </p:spTree>
    <p:extLst>
      <p:ext uri="{BB962C8B-B14F-4D97-AF65-F5344CB8AC3E}">
        <p14:creationId xmlns:p14="http://schemas.microsoft.com/office/powerpoint/2010/main" val="5125212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857F99-9C08-4EBF-ABE8-6F94912F37A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4C05CBDD-6870-4F95-95EA-9730701282D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45322BE7-D1A2-4810-8652-6D68872E88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ED1F0F5-9F3E-4AE0-902C-8B3437A8D0C7}"/>
              </a:ext>
            </a:extLst>
          </p:cNvPr>
          <p:cNvSpPr>
            <a:spLocks noGrp="1"/>
          </p:cNvSpPr>
          <p:nvPr>
            <p:ph type="dt" sz="half" idx="10"/>
          </p:nvPr>
        </p:nvSpPr>
        <p:spPr/>
        <p:txBody>
          <a:bodyPr/>
          <a:lstStyle/>
          <a:p>
            <a:fld id="{02FA5BB6-D673-4758-BE32-3DCD8A0B6687}" type="datetime1">
              <a:rPr lang="fr-FR" smtClean="0"/>
              <a:t>04/10/2026</a:t>
            </a:fld>
            <a:endParaRPr lang="fr-FR" dirty="0"/>
          </a:p>
        </p:txBody>
      </p:sp>
      <p:sp>
        <p:nvSpPr>
          <p:cNvPr id="6" name="Espace réservé du pied de page 5">
            <a:extLst>
              <a:ext uri="{FF2B5EF4-FFF2-40B4-BE49-F238E27FC236}">
                <a16:creationId xmlns:a16="http://schemas.microsoft.com/office/drawing/2014/main" id="{ED112E78-5CD3-49DA-8E32-0D1D0A3030F0}"/>
              </a:ext>
            </a:extLst>
          </p:cNvPr>
          <p:cNvSpPr>
            <a:spLocks noGrp="1"/>
          </p:cNvSpPr>
          <p:nvPr>
            <p:ph type="ftr" sz="quarter" idx="11"/>
          </p:nvPr>
        </p:nvSpPr>
        <p:spPr/>
        <p:txBody>
          <a:bodyPr/>
          <a:lstStyle/>
          <a:p>
            <a:endParaRPr lang="fr-FR" dirty="0"/>
          </a:p>
        </p:txBody>
      </p:sp>
      <p:sp>
        <p:nvSpPr>
          <p:cNvPr id="7" name="Espace réservé du numéro de diapositive 6">
            <a:extLst>
              <a:ext uri="{FF2B5EF4-FFF2-40B4-BE49-F238E27FC236}">
                <a16:creationId xmlns:a16="http://schemas.microsoft.com/office/drawing/2014/main" id="{F31F0165-88BF-42E6-8307-760E064B8698}"/>
              </a:ext>
            </a:extLst>
          </p:cNvPr>
          <p:cNvSpPr>
            <a:spLocks noGrp="1"/>
          </p:cNvSpPr>
          <p:nvPr>
            <p:ph type="sldNum" sz="quarter" idx="12"/>
          </p:nvPr>
        </p:nvSpPr>
        <p:spPr/>
        <p:txBody>
          <a:bodyPr/>
          <a:lstStyle/>
          <a:p>
            <a:fld id="{E6DE1272-AAF5-4641-8632-E3BD682AB88B}" type="slidenum">
              <a:rPr lang="fr-FR" smtClean="0"/>
              <a:t>‹N°›</a:t>
            </a:fld>
            <a:endParaRPr lang="fr-FR" dirty="0"/>
          </a:p>
        </p:txBody>
      </p:sp>
    </p:spTree>
    <p:extLst>
      <p:ext uri="{BB962C8B-B14F-4D97-AF65-F5344CB8AC3E}">
        <p14:creationId xmlns:p14="http://schemas.microsoft.com/office/powerpoint/2010/main" val="933895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DC0D8C0-2A93-42B3-9450-6FA3EBE5E82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1503734-5F80-4C0A-9F97-35D103EDF3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dirty="0"/>
          </a:p>
        </p:txBody>
      </p:sp>
      <p:sp>
        <p:nvSpPr>
          <p:cNvPr id="4" name="Espace réservé du texte 3">
            <a:extLst>
              <a:ext uri="{FF2B5EF4-FFF2-40B4-BE49-F238E27FC236}">
                <a16:creationId xmlns:a16="http://schemas.microsoft.com/office/drawing/2014/main" id="{DDB09A8E-D1DA-4804-860A-0BD7A4AE80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289B0AA3-A8DF-4CD1-9F61-0C19F83D0335}"/>
              </a:ext>
            </a:extLst>
          </p:cNvPr>
          <p:cNvSpPr>
            <a:spLocks noGrp="1"/>
          </p:cNvSpPr>
          <p:nvPr>
            <p:ph type="dt" sz="half" idx="10"/>
          </p:nvPr>
        </p:nvSpPr>
        <p:spPr/>
        <p:txBody>
          <a:bodyPr/>
          <a:lstStyle/>
          <a:p>
            <a:fld id="{9285EB92-FE2D-484C-9C1C-EB2241CAA53E}" type="datetime1">
              <a:rPr lang="fr-FR" smtClean="0"/>
              <a:t>04/10/2026</a:t>
            </a:fld>
            <a:endParaRPr lang="fr-FR" dirty="0"/>
          </a:p>
        </p:txBody>
      </p:sp>
      <p:sp>
        <p:nvSpPr>
          <p:cNvPr id="6" name="Espace réservé du pied de page 5">
            <a:extLst>
              <a:ext uri="{FF2B5EF4-FFF2-40B4-BE49-F238E27FC236}">
                <a16:creationId xmlns:a16="http://schemas.microsoft.com/office/drawing/2014/main" id="{BCF3C5F0-D91F-4B9B-A535-5F6835A49942}"/>
              </a:ext>
            </a:extLst>
          </p:cNvPr>
          <p:cNvSpPr>
            <a:spLocks noGrp="1"/>
          </p:cNvSpPr>
          <p:nvPr>
            <p:ph type="ftr" sz="quarter" idx="11"/>
          </p:nvPr>
        </p:nvSpPr>
        <p:spPr/>
        <p:txBody>
          <a:bodyPr/>
          <a:lstStyle/>
          <a:p>
            <a:endParaRPr lang="fr-FR" dirty="0"/>
          </a:p>
        </p:txBody>
      </p:sp>
      <p:sp>
        <p:nvSpPr>
          <p:cNvPr id="7" name="Espace réservé du numéro de diapositive 6">
            <a:extLst>
              <a:ext uri="{FF2B5EF4-FFF2-40B4-BE49-F238E27FC236}">
                <a16:creationId xmlns:a16="http://schemas.microsoft.com/office/drawing/2014/main" id="{87134029-2084-4881-9EFD-8060BB07BF71}"/>
              </a:ext>
            </a:extLst>
          </p:cNvPr>
          <p:cNvSpPr>
            <a:spLocks noGrp="1"/>
          </p:cNvSpPr>
          <p:nvPr>
            <p:ph type="sldNum" sz="quarter" idx="12"/>
          </p:nvPr>
        </p:nvSpPr>
        <p:spPr/>
        <p:txBody>
          <a:bodyPr/>
          <a:lstStyle/>
          <a:p>
            <a:fld id="{E6DE1272-AAF5-4641-8632-E3BD682AB88B}" type="slidenum">
              <a:rPr lang="fr-FR" smtClean="0"/>
              <a:t>‹N°›</a:t>
            </a:fld>
            <a:endParaRPr lang="fr-FR" dirty="0"/>
          </a:p>
        </p:txBody>
      </p:sp>
    </p:spTree>
    <p:extLst>
      <p:ext uri="{BB962C8B-B14F-4D97-AF65-F5344CB8AC3E}">
        <p14:creationId xmlns:p14="http://schemas.microsoft.com/office/powerpoint/2010/main" val="1226511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F9EA09-7596-4676-943A-E5395D5464F3}"/>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0A06BCAB-2C97-4524-B1CE-4AC09C8F8CCF}"/>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66E3114-D4C4-49A1-AD52-6029D49F6693}"/>
              </a:ext>
            </a:extLst>
          </p:cNvPr>
          <p:cNvSpPr>
            <a:spLocks noGrp="1"/>
          </p:cNvSpPr>
          <p:nvPr>
            <p:ph type="dt" sz="half" idx="10"/>
          </p:nvPr>
        </p:nvSpPr>
        <p:spPr/>
        <p:txBody>
          <a:bodyPr/>
          <a:lstStyle/>
          <a:p>
            <a:fld id="{38FD8F3E-4213-4814-B078-50AC2F4520B7}" type="datetime1">
              <a:rPr lang="fr-FR" smtClean="0"/>
              <a:t>04/10/2026</a:t>
            </a:fld>
            <a:endParaRPr lang="fr-FR" dirty="0"/>
          </a:p>
        </p:txBody>
      </p:sp>
      <p:sp>
        <p:nvSpPr>
          <p:cNvPr id="5" name="Espace réservé du pied de page 4">
            <a:extLst>
              <a:ext uri="{FF2B5EF4-FFF2-40B4-BE49-F238E27FC236}">
                <a16:creationId xmlns:a16="http://schemas.microsoft.com/office/drawing/2014/main" id="{E601CEAE-61D2-486F-9211-E57A1250BDDA}"/>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9CFA0041-9D49-4BBC-B44F-2F6D2A5D2062}"/>
              </a:ext>
            </a:extLst>
          </p:cNvPr>
          <p:cNvSpPr>
            <a:spLocks noGrp="1"/>
          </p:cNvSpPr>
          <p:nvPr>
            <p:ph type="sldNum" sz="quarter" idx="12"/>
          </p:nvPr>
        </p:nvSpPr>
        <p:spPr/>
        <p:txBody>
          <a:bodyPr/>
          <a:lstStyle/>
          <a:p>
            <a:fld id="{E6DE1272-AAF5-4641-8632-E3BD682AB88B}" type="slidenum">
              <a:rPr lang="fr-FR" smtClean="0"/>
              <a:t>‹N°›</a:t>
            </a:fld>
            <a:endParaRPr lang="fr-FR" dirty="0"/>
          </a:p>
        </p:txBody>
      </p:sp>
    </p:spTree>
    <p:extLst>
      <p:ext uri="{BB962C8B-B14F-4D97-AF65-F5344CB8AC3E}">
        <p14:creationId xmlns:p14="http://schemas.microsoft.com/office/powerpoint/2010/main" val="1082860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87677EC1-76B5-4F76-AAB2-98F6D303D1FE}"/>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5B5B6B98-FC9D-43D9-BAB9-DB4E5B616E4D}"/>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0108455-2ACE-4392-95F6-7D6A5DC6FC59}"/>
              </a:ext>
            </a:extLst>
          </p:cNvPr>
          <p:cNvSpPr>
            <a:spLocks noGrp="1"/>
          </p:cNvSpPr>
          <p:nvPr>
            <p:ph type="dt" sz="half" idx="10"/>
          </p:nvPr>
        </p:nvSpPr>
        <p:spPr/>
        <p:txBody>
          <a:bodyPr/>
          <a:lstStyle/>
          <a:p>
            <a:fld id="{94E1B6D9-499A-4121-A4CC-C4E974C716FD}" type="datetime1">
              <a:rPr lang="fr-FR" smtClean="0"/>
              <a:t>04/10/2026</a:t>
            </a:fld>
            <a:endParaRPr lang="fr-FR" dirty="0"/>
          </a:p>
        </p:txBody>
      </p:sp>
      <p:sp>
        <p:nvSpPr>
          <p:cNvPr id="5" name="Espace réservé du pied de page 4">
            <a:extLst>
              <a:ext uri="{FF2B5EF4-FFF2-40B4-BE49-F238E27FC236}">
                <a16:creationId xmlns:a16="http://schemas.microsoft.com/office/drawing/2014/main" id="{419CB998-836A-4233-8CD7-F8DEE8551FFA}"/>
              </a:ext>
            </a:extLst>
          </p:cNvPr>
          <p:cNvSpPr>
            <a:spLocks noGrp="1"/>
          </p:cNvSpPr>
          <p:nvPr>
            <p:ph type="ftr" sz="quarter" idx="11"/>
          </p:nvPr>
        </p:nvSpPr>
        <p:spPr/>
        <p:txBody>
          <a:bodyPr/>
          <a:lstStyle/>
          <a:p>
            <a:endParaRPr lang="fr-FR" dirty="0"/>
          </a:p>
        </p:txBody>
      </p:sp>
      <p:sp>
        <p:nvSpPr>
          <p:cNvPr id="6" name="Espace réservé du numéro de diapositive 5">
            <a:extLst>
              <a:ext uri="{FF2B5EF4-FFF2-40B4-BE49-F238E27FC236}">
                <a16:creationId xmlns:a16="http://schemas.microsoft.com/office/drawing/2014/main" id="{9FECDC47-9014-4DB9-A091-9A926074D09D}"/>
              </a:ext>
            </a:extLst>
          </p:cNvPr>
          <p:cNvSpPr>
            <a:spLocks noGrp="1"/>
          </p:cNvSpPr>
          <p:nvPr>
            <p:ph type="sldNum" sz="quarter" idx="12"/>
          </p:nvPr>
        </p:nvSpPr>
        <p:spPr/>
        <p:txBody>
          <a:bodyPr/>
          <a:lstStyle/>
          <a:p>
            <a:fld id="{E6DE1272-AAF5-4641-8632-E3BD682AB88B}" type="slidenum">
              <a:rPr lang="fr-FR" smtClean="0"/>
              <a:t>‹N°›</a:t>
            </a:fld>
            <a:endParaRPr lang="fr-FR" dirty="0"/>
          </a:p>
        </p:txBody>
      </p:sp>
    </p:spTree>
    <p:extLst>
      <p:ext uri="{BB962C8B-B14F-4D97-AF65-F5344CB8AC3E}">
        <p14:creationId xmlns:p14="http://schemas.microsoft.com/office/powerpoint/2010/main" val="3352782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642C8E0-E6E9-4CAF-B63A-7D8906CA27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6A3E0E7-BC96-4298-808C-39EE7EB954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719C55C-A105-4A8F-BBEF-114DEF3CC6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53D0DE-95B9-4C5B-8D0C-003FAA024B3D}" type="datetime1">
              <a:rPr lang="fr-FR" smtClean="0"/>
              <a:t>04/10/2026</a:t>
            </a:fld>
            <a:endParaRPr lang="fr-FR" dirty="0"/>
          </a:p>
        </p:txBody>
      </p:sp>
      <p:sp>
        <p:nvSpPr>
          <p:cNvPr id="5" name="Espace réservé du pied de page 4">
            <a:extLst>
              <a:ext uri="{FF2B5EF4-FFF2-40B4-BE49-F238E27FC236}">
                <a16:creationId xmlns:a16="http://schemas.microsoft.com/office/drawing/2014/main" id="{160B4993-D29B-4034-A4CF-02F6ED0FEE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dirty="0"/>
          </a:p>
        </p:txBody>
      </p:sp>
      <p:sp>
        <p:nvSpPr>
          <p:cNvPr id="6" name="Espace réservé du numéro de diapositive 5">
            <a:extLst>
              <a:ext uri="{FF2B5EF4-FFF2-40B4-BE49-F238E27FC236}">
                <a16:creationId xmlns:a16="http://schemas.microsoft.com/office/drawing/2014/main" id="{1C0C66BB-C0DC-4DA3-913C-72A3D67D38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DE1272-AAF5-4641-8632-E3BD682AB88B}" type="slidenum">
              <a:rPr lang="fr-FR" smtClean="0"/>
              <a:t>‹N°›</a:t>
            </a:fld>
            <a:endParaRPr lang="fr-FR" dirty="0"/>
          </a:p>
        </p:txBody>
      </p:sp>
    </p:spTree>
    <p:extLst>
      <p:ext uri="{BB962C8B-B14F-4D97-AF65-F5344CB8AC3E}">
        <p14:creationId xmlns:p14="http://schemas.microsoft.com/office/powerpoint/2010/main" val="3729663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CEAB8C38-57AB-4B9E-B0BB-56929457AEA2}"/>
              </a:ext>
            </a:extLst>
          </p:cNvPr>
          <p:cNvSpPr/>
          <p:nvPr/>
        </p:nvSpPr>
        <p:spPr>
          <a:xfrm>
            <a:off x="782614" y="1667632"/>
            <a:ext cx="6083408" cy="2112050"/>
          </a:xfrm>
          <a:prstGeom prst="rect">
            <a:avLst/>
          </a:prstGeom>
          <a:noFill/>
          <a:ln/>
        </p:spPr>
        <p:txBody>
          <a:bodyPr wrap="square" lIns="0" tIns="0" rIns="0" bIns="0" rtlCol="0" anchor="t"/>
          <a:lstStyle/>
          <a:p>
            <a:pPr marL="0" indent="0" algn="l">
              <a:lnSpc>
                <a:spcPts val="5500"/>
              </a:lnSpc>
              <a:buNone/>
            </a:pPr>
            <a:r>
              <a:rPr lang="en-US" sz="4400" dirty="0">
                <a:solidFill>
                  <a:srgbClr val="00B0F0"/>
                </a:solidFill>
                <a:latin typeface="Source Serif Pro Semi Bold" pitchFamily="34" charset="0"/>
                <a:ea typeface="Source Serif Pro Semi Bold" pitchFamily="34" charset="-122"/>
                <a:cs typeface="Source Serif Pro Semi Bold" pitchFamily="34" charset="-120"/>
              </a:rPr>
              <a:t>Installation et Configuration d’un Serveur </a:t>
            </a:r>
            <a:r>
              <a:rPr lang="en-US" sz="4400" b="1" dirty="0">
                <a:solidFill>
                  <a:srgbClr val="00B0F0"/>
                </a:solidFill>
                <a:latin typeface="Source Serif Pro Semi Bold" pitchFamily="34" charset="0"/>
                <a:ea typeface="Source Serif Pro Semi Bold" pitchFamily="34" charset="-122"/>
                <a:cs typeface="Source Serif Pro Semi Bold" pitchFamily="34" charset="-120"/>
              </a:rPr>
              <a:t>DNS</a:t>
            </a:r>
            <a:r>
              <a:rPr lang="en-US" sz="4400" dirty="0">
                <a:solidFill>
                  <a:srgbClr val="00B0F0"/>
                </a:solidFill>
                <a:latin typeface="Source Serif Pro Semi Bold" pitchFamily="34" charset="0"/>
                <a:ea typeface="Source Serif Pro Semi Bold" pitchFamily="34" charset="-122"/>
                <a:cs typeface="Source Serif Pro Semi Bold" pitchFamily="34" charset="-120"/>
              </a:rPr>
              <a:t> en </a:t>
            </a:r>
            <a:r>
              <a:rPr lang="en-US" sz="4400" b="1" dirty="0">
                <a:solidFill>
                  <a:srgbClr val="00B0F0"/>
                </a:solidFill>
                <a:latin typeface="Source Serif Pro Semi Bold" pitchFamily="34" charset="0"/>
                <a:ea typeface="Source Serif Pro Semi Bold" pitchFamily="34" charset="-122"/>
                <a:cs typeface="Source Serif Pro Semi Bold" pitchFamily="34" charset="-120"/>
              </a:rPr>
              <a:t>HA</a:t>
            </a:r>
            <a:r>
              <a:rPr lang="en-US" sz="4400" dirty="0">
                <a:solidFill>
                  <a:srgbClr val="00B0F0"/>
                </a:solidFill>
                <a:latin typeface="Source Serif Pro Semi Bold" pitchFamily="34" charset="0"/>
                <a:ea typeface="Source Serif Pro Semi Bold" pitchFamily="34" charset="-122"/>
                <a:cs typeface="Source Serif Pro Semi Bold" pitchFamily="34" charset="-120"/>
              </a:rPr>
              <a:t> avec </a:t>
            </a:r>
            <a:r>
              <a:rPr lang="en-US" sz="4400" b="1" dirty="0">
                <a:solidFill>
                  <a:srgbClr val="00B0F0"/>
                </a:solidFill>
                <a:latin typeface="Source Serif Pro Semi Bold" pitchFamily="34" charset="0"/>
                <a:ea typeface="Source Serif Pro Semi Bold" pitchFamily="34" charset="-122"/>
                <a:cs typeface="Source Serif Pro Semi Bold" pitchFamily="34" charset="-120"/>
              </a:rPr>
              <a:t>Bind9</a:t>
            </a:r>
            <a:r>
              <a:rPr lang="en-US" sz="4400" dirty="0">
                <a:solidFill>
                  <a:srgbClr val="00B0F0"/>
                </a:solidFill>
                <a:latin typeface="Source Serif Pro Semi Bold" pitchFamily="34" charset="0"/>
                <a:ea typeface="Source Serif Pro Semi Bold" pitchFamily="34" charset="-122"/>
                <a:cs typeface="Source Serif Pro Semi Bold" pitchFamily="34" charset="-120"/>
              </a:rPr>
              <a:t> et </a:t>
            </a:r>
            <a:r>
              <a:rPr lang="en-US" sz="4400" b="1" dirty="0">
                <a:solidFill>
                  <a:srgbClr val="00B0F0"/>
                </a:solidFill>
                <a:latin typeface="Source Serif Pro Semi Bold" pitchFamily="34" charset="0"/>
                <a:ea typeface="Source Serif Pro Semi Bold" pitchFamily="34" charset="-122"/>
                <a:cs typeface="Source Serif Pro Semi Bold" pitchFamily="34" charset="-120"/>
              </a:rPr>
              <a:t>Ansible</a:t>
            </a:r>
            <a:endParaRPr lang="en-US" sz="4400" b="1" dirty="0">
              <a:solidFill>
                <a:srgbClr val="00B0F0"/>
              </a:solidFill>
            </a:endParaRPr>
          </a:p>
        </p:txBody>
      </p:sp>
      <p:sp>
        <p:nvSpPr>
          <p:cNvPr id="5" name="ZoneTexte 4">
            <a:extLst>
              <a:ext uri="{FF2B5EF4-FFF2-40B4-BE49-F238E27FC236}">
                <a16:creationId xmlns:a16="http://schemas.microsoft.com/office/drawing/2014/main" id="{DA67F91C-C604-45CD-95F5-5A7E248C64EB}"/>
              </a:ext>
            </a:extLst>
          </p:cNvPr>
          <p:cNvSpPr txBox="1"/>
          <p:nvPr/>
        </p:nvSpPr>
        <p:spPr>
          <a:xfrm>
            <a:off x="1659322" y="4800983"/>
            <a:ext cx="4701091" cy="369332"/>
          </a:xfrm>
          <a:prstGeom prst="rect">
            <a:avLst/>
          </a:prstGeom>
          <a:noFill/>
        </p:spPr>
        <p:txBody>
          <a:bodyPr wrap="square" rtlCol="0">
            <a:spAutoFit/>
          </a:bodyPr>
          <a:lstStyle/>
          <a:p>
            <a:r>
              <a:rPr lang="fr-FR" dirty="0">
                <a:solidFill>
                  <a:schemeClr val="accent1">
                    <a:lumMod val="75000"/>
                  </a:schemeClr>
                </a:solidFill>
              </a:rPr>
              <a:t>Elaborer par :</a:t>
            </a:r>
            <a:r>
              <a:rPr lang="fr-FR" dirty="0" err="1">
                <a:solidFill>
                  <a:schemeClr val="accent1">
                    <a:lumMod val="75000"/>
                  </a:schemeClr>
                </a:solidFill>
              </a:rPr>
              <a:t>Ounissi</a:t>
            </a:r>
            <a:r>
              <a:rPr lang="fr-FR" dirty="0">
                <a:solidFill>
                  <a:schemeClr val="accent1">
                    <a:lumMod val="75000"/>
                  </a:schemeClr>
                </a:solidFill>
              </a:rPr>
              <a:t> Mariem</a:t>
            </a:r>
          </a:p>
        </p:txBody>
      </p:sp>
      <p:pic>
        <p:nvPicPr>
          <p:cNvPr id="10" name="Image 0" descr="preencoded.png">
            <a:extLst>
              <a:ext uri="{FF2B5EF4-FFF2-40B4-BE49-F238E27FC236}">
                <a16:creationId xmlns:a16="http://schemas.microsoft.com/office/drawing/2014/main" id="{1E3C5FB8-3B10-4B26-A135-73CB422E5AA8}"/>
              </a:ext>
            </a:extLst>
          </p:cNvPr>
          <p:cNvPicPr>
            <a:picLocks noChangeAspect="1"/>
          </p:cNvPicPr>
          <p:nvPr/>
        </p:nvPicPr>
        <p:blipFill>
          <a:blip r:embed="rId2"/>
          <a:stretch>
            <a:fillRect/>
          </a:stretch>
        </p:blipFill>
        <p:spPr>
          <a:xfrm>
            <a:off x="6705600" y="0"/>
            <a:ext cx="5486400" cy="6858000"/>
          </a:xfrm>
          <a:prstGeom prst="rect">
            <a:avLst/>
          </a:prstGeom>
        </p:spPr>
      </p:pic>
      <p:sp>
        <p:nvSpPr>
          <p:cNvPr id="2" name="ZoneTexte 1">
            <a:extLst>
              <a:ext uri="{FF2B5EF4-FFF2-40B4-BE49-F238E27FC236}">
                <a16:creationId xmlns:a16="http://schemas.microsoft.com/office/drawing/2014/main" id="{C8BE3262-08F6-48B8-B69E-5D9EA94DE8BD}"/>
              </a:ext>
            </a:extLst>
          </p:cNvPr>
          <p:cNvSpPr txBox="1"/>
          <p:nvPr/>
        </p:nvSpPr>
        <p:spPr>
          <a:xfrm>
            <a:off x="1576375" y="6283949"/>
            <a:ext cx="3676471" cy="369332"/>
          </a:xfrm>
          <a:prstGeom prst="rect">
            <a:avLst/>
          </a:prstGeom>
          <a:noFill/>
        </p:spPr>
        <p:txBody>
          <a:bodyPr wrap="square" rtlCol="0">
            <a:spAutoFit/>
          </a:bodyPr>
          <a:lstStyle/>
          <a:p>
            <a:r>
              <a:rPr lang="fr-FR" dirty="0"/>
              <a:t>Année Universitaire 2024-2025</a:t>
            </a:r>
          </a:p>
        </p:txBody>
      </p:sp>
    </p:spTree>
    <p:extLst>
      <p:ext uri="{BB962C8B-B14F-4D97-AF65-F5344CB8AC3E}">
        <p14:creationId xmlns:p14="http://schemas.microsoft.com/office/powerpoint/2010/main" val="2798809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1429632-3505-4A6A-8429-CED9565A403A}"/>
              </a:ext>
            </a:extLst>
          </p:cNvPr>
          <p:cNvSpPr>
            <a:spLocks noGrp="1"/>
          </p:cNvSpPr>
          <p:nvPr>
            <p:ph type="title"/>
          </p:nvPr>
        </p:nvSpPr>
        <p:spPr>
          <a:xfrm>
            <a:off x="2076427" y="2493000"/>
            <a:ext cx="3109856" cy="1325563"/>
          </a:xfrm>
        </p:spPr>
        <p:txBody>
          <a:bodyPr/>
          <a:lstStyle/>
          <a:p>
            <a:r>
              <a:rPr lang="fr-FR" b="1" dirty="0">
                <a:solidFill>
                  <a:srgbClr val="0070C0"/>
                </a:solidFill>
              </a:rPr>
              <a:t>PLAN</a:t>
            </a:r>
          </a:p>
        </p:txBody>
      </p:sp>
      <p:sp>
        <p:nvSpPr>
          <p:cNvPr id="3" name="Espace réservé du contenu 2">
            <a:extLst>
              <a:ext uri="{FF2B5EF4-FFF2-40B4-BE49-F238E27FC236}">
                <a16:creationId xmlns:a16="http://schemas.microsoft.com/office/drawing/2014/main" id="{443A4B5D-C204-4C9B-AEBD-6DED22EC53AE}"/>
              </a:ext>
            </a:extLst>
          </p:cNvPr>
          <p:cNvSpPr>
            <a:spLocks noGrp="1"/>
          </p:cNvSpPr>
          <p:nvPr>
            <p:ph idx="1"/>
          </p:nvPr>
        </p:nvSpPr>
        <p:spPr>
          <a:xfrm>
            <a:off x="5342266" y="1606603"/>
            <a:ext cx="5749066" cy="4351338"/>
          </a:xfrm>
        </p:spPr>
        <p:txBody>
          <a:bodyPr/>
          <a:lstStyle/>
          <a:p>
            <a:pPr marL="514350" indent="-514350">
              <a:buFont typeface="+mj-lt"/>
              <a:buAutoNum type="arabicPeriod"/>
            </a:pPr>
            <a:r>
              <a:rPr lang="fr-FR" dirty="0"/>
              <a:t>Introduction</a:t>
            </a:r>
          </a:p>
          <a:p>
            <a:pPr marL="514350" indent="-514350">
              <a:buFont typeface="+mj-lt"/>
              <a:buAutoNum type="arabicPeriod"/>
            </a:pPr>
            <a:r>
              <a:rPr lang="fr-FR" dirty="0"/>
              <a:t>Objectifs du Projet</a:t>
            </a:r>
          </a:p>
          <a:p>
            <a:pPr marL="514350" indent="-514350">
              <a:buFont typeface="+mj-lt"/>
              <a:buAutoNum type="arabicPeriod"/>
            </a:pPr>
            <a:r>
              <a:rPr lang="fr-FR" dirty="0"/>
              <a:t>Concepts Clés</a:t>
            </a:r>
          </a:p>
          <a:p>
            <a:pPr marL="514350" indent="-514350">
              <a:buFont typeface="+mj-lt"/>
              <a:buAutoNum type="arabicPeriod"/>
            </a:pPr>
            <a:r>
              <a:rPr lang="fr-FR" dirty="0"/>
              <a:t>Architecture</a:t>
            </a:r>
          </a:p>
          <a:p>
            <a:pPr marL="514350" indent="-514350">
              <a:buFont typeface="+mj-lt"/>
              <a:buAutoNum type="arabicPeriod"/>
            </a:pPr>
            <a:r>
              <a:rPr lang="fr-FR" dirty="0"/>
              <a:t>Mise en Œuvre</a:t>
            </a:r>
          </a:p>
          <a:p>
            <a:pPr marL="514350" indent="-514350">
              <a:buFont typeface="+mj-lt"/>
              <a:buAutoNum type="arabicPeriod"/>
            </a:pPr>
            <a:r>
              <a:rPr lang="fr-FR" dirty="0"/>
              <a:t>Conclusion</a:t>
            </a:r>
          </a:p>
          <a:p>
            <a:pPr marL="0" indent="0">
              <a:buNone/>
            </a:pPr>
            <a:endParaRPr lang="fr-FR" dirty="0"/>
          </a:p>
        </p:txBody>
      </p:sp>
      <p:cxnSp>
        <p:nvCxnSpPr>
          <p:cNvPr id="5" name="Connecteur droit 4">
            <a:extLst>
              <a:ext uri="{FF2B5EF4-FFF2-40B4-BE49-F238E27FC236}">
                <a16:creationId xmlns:a16="http://schemas.microsoft.com/office/drawing/2014/main" id="{CEC148B5-20FD-4960-A2B0-FBAFDEF304E6}"/>
              </a:ext>
            </a:extLst>
          </p:cNvPr>
          <p:cNvCxnSpPr>
            <a:cxnSpLocks/>
          </p:cNvCxnSpPr>
          <p:nvPr/>
        </p:nvCxnSpPr>
        <p:spPr>
          <a:xfrm>
            <a:off x="4819434" y="1384562"/>
            <a:ext cx="0" cy="3542440"/>
          </a:xfrm>
          <a:prstGeom prst="line">
            <a:avLst/>
          </a:prstGeom>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5E3E310C-1CBF-4578-B222-86657E74255D}"/>
              </a:ext>
            </a:extLst>
          </p:cNvPr>
          <p:cNvSpPr/>
          <p:nvPr/>
        </p:nvSpPr>
        <p:spPr>
          <a:xfrm>
            <a:off x="4656781" y="1655640"/>
            <a:ext cx="360000" cy="324000"/>
          </a:xfrm>
          <a:prstGeom prst="rect">
            <a:avLst/>
          </a:prstGeom>
          <a:effectLst>
            <a:outerShdw blurRad="50800" dist="38100" dir="8100000" algn="tr" rotWithShape="0">
              <a:prstClr val="black">
                <a:alpha val="40000"/>
              </a:prstClr>
            </a:outerShdw>
          </a:effectLst>
        </p:spPr>
        <p:style>
          <a:lnRef idx="0">
            <a:schemeClr val="accent1"/>
          </a:lnRef>
          <a:fillRef idx="3">
            <a:schemeClr val="accent1"/>
          </a:fillRef>
          <a:effectRef idx="3">
            <a:schemeClr val="accent1"/>
          </a:effectRef>
          <a:fontRef idx="minor">
            <a:schemeClr val="lt1"/>
          </a:fontRef>
        </p:style>
        <p:txBody>
          <a:bodyPr rtlCol="0" anchor="ctr"/>
          <a:lstStyle/>
          <a:p>
            <a:pPr algn="ctr"/>
            <a:endParaRPr lang="fr-FR">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pic>
        <p:nvPicPr>
          <p:cNvPr id="9" name="Image 8">
            <a:extLst>
              <a:ext uri="{FF2B5EF4-FFF2-40B4-BE49-F238E27FC236}">
                <a16:creationId xmlns:a16="http://schemas.microsoft.com/office/drawing/2014/main" id="{214697CC-2EDC-46AD-A7AB-C04A601F7FC5}"/>
              </a:ext>
            </a:extLst>
          </p:cNvPr>
          <p:cNvPicPr>
            <a:picLocks noChangeAspect="1"/>
          </p:cNvPicPr>
          <p:nvPr/>
        </p:nvPicPr>
        <p:blipFill>
          <a:blip r:embed="rId2"/>
          <a:stretch>
            <a:fillRect/>
          </a:stretch>
        </p:blipFill>
        <p:spPr>
          <a:xfrm>
            <a:off x="4658063" y="4302733"/>
            <a:ext cx="360000" cy="325160"/>
          </a:xfrm>
          <a:prstGeom prst="rect">
            <a:avLst/>
          </a:prstGeom>
          <a:effectLst>
            <a:outerShdw blurRad="50800" dist="38100" dir="16200000" rotWithShape="0">
              <a:prstClr val="black">
                <a:alpha val="40000"/>
              </a:prstClr>
            </a:outerShdw>
          </a:effectLst>
        </p:spPr>
      </p:pic>
      <p:pic>
        <p:nvPicPr>
          <p:cNvPr id="10" name="Image 9">
            <a:extLst>
              <a:ext uri="{FF2B5EF4-FFF2-40B4-BE49-F238E27FC236}">
                <a16:creationId xmlns:a16="http://schemas.microsoft.com/office/drawing/2014/main" id="{3D7DDBDA-82C2-414A-953B-294F0AC692A7}"/>
              </a:ext>
            </a:extLst>
          </p:cNvPr>
          <p:cNvPicPr>
            <a:picLocks noChangeAspect="1"/>
          </p:cNvPicPr>
          <p:nvPr/>
        </p:nvPicPr>
        <p:blipFill>
          <a:blip r:embed="rId2"/>
          <a:stretch>
            <a:fillRect/>
          </a:stretch>
        </p:blipFill>
        <p:spPr>
          <a:xfrm>
            <a:off x="4658067" y="3782272"/>
            <a:ext cx="358714" cy="324000"/>
          </a:xfrm>
          <a:prstGeom prst="rect">
            <a:avLst/>
          </a:prstGeom>
          <a:effectLst>
            <a:outerShdw blurRad="50800" dist="38100" dir="16200000" rotWithShape="0">
              <a:prstClr val="black">
                <a:alpha val="40000"/>
              </a:prstClr>
            </a:outerShdw>
          </a:effectLst>
        </p:spPr>
      </p:pic>
      <p:pic>
        <p:nvPicPr>
          <p:cNvPr id="11" name="Image 10">
            <a:extLst>
              <a:ext uri="{FF2B5EF4-FFF2-40B4-BE49-F238E27FC236}">
                <a16:creationId xmlns:a16="http://schemas.microsoft.com/office/drawing/2014/main" id="{8E89BBF1-6E98-4BB7-B34C-507E71696547}"/>
              </a:ext>
            </a:extLst>
          </p:cNvPr>
          <p:cNvPicPr>
            <a:picLocks noChangeAspect="1"/>
          </p:cNvPicPr>
          <p:nvPr/>
        </p:nvPicPr>
        <p:blipFill>
          <a:blip r:embed="rId2"/>
          <a:stretch>
            <a:fillRect/>
          </a:stretch>
        </p:blipFill>
        <p:spPr>
          <a:xfrm>
            <a:off x="4658064" y="3247135"/>
            <a:ext cx="360000" cy="325160"/>
          </a:xfrm>
          <a:prstGeom prst="rect">
            <a:avLst/>
          </a:prstGeom>
          <a:effectLst>
            <a:outerShdw blurRad="50800" dist="38100" dir="16200000" rotWithShape="0">
              <a:prstClr val="black">
                <a:alpha val="40000"/>
              </a:prstClr>
            </a:outerShdw>
          </a:effectLst>
        </p:spPr>
      </p:pic>
      <p:pic>
        <p:nvPicPr>
          <p:cNvPr id="12" name="Image 11">
            <a:extLst>
              <a:ext uri="{FF2B5EF4-FFF2-40B4-BE49-F238E27FC236}">
                <a16:creationId xmlns:a16="http://schemas.microsoft.com/office/drawing/2014/main" id="{810B09E0-B4D2-4BCE-9E48-317B78EC6204}"/>
              </a:ext>
            </a:extLst>
          </p:cNvPr>
          <p:cNvPicPr>
            <a:picLocks noChangeAspect="1"/>
          </p:cNvPicPr>
          <p:nvPr/>
        </p:nvPicPr>
        <p:blipFill>
          <a:blip r:embed="rId2"/>
          <a:stretch>
            <a:fillRect/>
          </a:stretch>
        </p:blipFill>
        <p:spPr>
          <a:xfrm>
            <a:off x="4658065" y="2711998"/>
            <a:ext cx="360000" cy="325160"/>
          </a:xfrm>
          <a:prstGeom prst="rect">
            <a:avLst/>
          </a:prstGeom>
          <a:effectLst>
            <a:outerShdw blurRad="50800" dist="38100" dir="16200000" rotWithShape="0">
              <a:prstClr val="black">
                <a:alpha val="40000"/>
              </a:prstClr>
            </a:outerShdw>
          </a:effectLst>
        </p:spPr>
      </p:pic>
      <p:pic>
        <p:nvPicPr>
          <p:cNvPr id="13" name="Image 12">
            <a:extLst>
              <a:ext uri="{FF2B5EF4-FFF2-40B4-BE49-F238E27FC236}">
                <a16:creationId xmlns:a16="http://schemas.microsoft.com/office/drawing/2014/main" id="{6E15FB35-598A-4EDF-A866-983DD784B525}"/>
              </a:ext>
            </a:extLst>
          </p:cNvPr>
          <p:cNvPicPr>
            <a:picLocks noChangeAspect="1"/>
          </p:cNvPicPr>
          <p:nvPr/>
        </p:nvPicPr>
        <p:blipFill>
          <a:blip r:embed="rId2"/>
          <a:stretch>
            <a:fillRect/>
          </a:stretch>
        </p:blipFill>
        <p:spPr>
          <a:xfrm>
            <a:off x="4658068" y="2150760"/>
            <a:ext cx="358714" cy="324000"/>
          </a:xfrm>
          <a:prstGeom prst="rect">
            <a:avLst/>
          </a:prstGeom>
          <a:effectLst>
            <a:outerShdw blurRad="50800" dist="38100" dir="8100000" algn="tr" rotWithShape="0">
              <a:prstClr val="black">
                <a:alpha val="40000"/>
              </a:prstClr>
            </a:outerShdw>
          </a:effectLst>
        </p:spPr>
      </p:pic>
      <p:sp>
        <p:nvSpPr>
          <p:cNvPr id="4" name="Espace réservé du numéro de diapositive 3">
            <a:extLst>
              <a:ext uri="{FF2B5EF4-FFF2-40B4-BE49-F238E27FC236}">
                <a16:creationId xmlns:a16="http://schemas.microsoft.com/office/drawing/2014/main" id="{1517E3CC-5CC8-4BE7-B2A4-F998A2DA98CA}"/>
              </a:ext>
            </a:extLst>
          </p:cNvPr>
          <p:cNvSpPr>
            <a:spLocks noGrp="1"/>
          </p:cNvSpPr>
          <p:nvPr>
            <p:ph type="sldNum" sz="quarter" idx="12"/>
          </p:nvPr>
        </p:nvSpPr>
        <p:spPr/>
        <p:txBody>
          <a:bodyPr/>
          <a:lstStyle/>
          <a:p>
            <a:fld id="{E6DE1272-AAF5-4641-8632-E3BD682AB88B}" type="slidenum">
              <a:rPr lang="fr-FR" smtClean="0"/>
              <a:t>2</a:t>
            </a:fld>
            <a:endParaRPr lang="fr-FR" dirty="0"/>
          </a:p>
        </p:txBody>
      </p:sp>
    </p:spTree>
    <p:extLst>
      <p:ext uri="{BB962C8B-B14F-4D97-AF65-F5344CB8AC3E}">
        <p14:creationId xmlns:p14="http://schemas.microsoft.com/office/powerpoint/2010/main" val="522988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Effect transition="in" filter="wipe(down)">
                                      <p:cBhvr>
                                        <p:cTn id="25" dur="500"/>
                                        <p:tgtEl>
                                          <p:spTgt spid="3">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grpId="0" nodeType="clickEffect">
                                  <p:stCondLst>
                                    <p:cond delay="0"/>
                                  </p:stCondLst>
                                  <p:childTnLst>
                                    <p:set>
                                      <p:cBhvr>
                                        <p:cTn id="29" dur="1" fill="hold">
                                          <p:stCondLst>
                                            <p:cond delay="0"/>
                                          </p:stCondLst>
                                        </p:cTn>
                                        <p:tgtEl>
                                          <p:spTgt spid="3">
                                            <p:txEl>
                                              <p:pRg st="1" end="1"/>
                                            </p:txEl>
                                          </p:spTgt>
                                        </p:tgtEl>
                                        <p:attrNameLst>
                                          <p:attrName>style.visibility</p:attrName>
                                        </p:attrNameLst>
                                      </p:cBhvr>
                                      <p:to>
                                        <p:strVal val="visible"/>
                                      </p:to>
                                    </p:set>
                                    <p:animEffect transition="in" filter="wipe(down)">
                                      <p:cBhvr>
                                        <p:cTn id="30" dur="500"/>
                                        <p:tgtEl>
                                          <p:spTgt spid="3">
                                            <p:txEl>
                                              <p:pRg st="1" end="1"/>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wipe(down)">
                                      <p:cBhvr>
                                        <p:cTn id="35" dur="500"/>
                                        <p:tgtEl>
                                          <p:spTgt spid="3">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3">
                                            <p:txEl>
                                              <p:pRg st="3" end="3"/>
                                            </p:txEl>
                                          </p:spTgt>
                                        </p:tgtEl>
                                        <p:attrNameLst>
                                          <p:attrName>style.visibility</p:attrName>
                                        </p:attrNameLst>
                                      </p:cBhvr>
                                      <p:to>
                                        <p:strVal val="visible"/>
                                      </p:to>
                                    </p:set>
                                    <p:animEffect transition="in" filter="wipe(down)">
                                      <p:cBhvr>
                                        <p:cTn id="40" dur="500"/>
                                        <p:tgtEl>
                                          <p:spTgt spid="3">
                                            <p:txEl>
                                              <p:pRg st="3" end="3"/>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4" fill="hold" grpId="0" nodeType="clickEffect">
                                  <p:stCondLst>
                                    <p:cond delay="0"/>
                                  </p:stCondLst>
                                  <p:childTnLst>
                                    <p:set>
                                      <p:cBhvr>
                                        <p:cTn id="44" dur="1" fill="hold">
                                          <p:stCondLst>
                                            <p:cond delay="0"/>
                                          </p:stCondLst>
                                        </p:cTn>
                                        <p:tgtEl>
                                          <p:spTgt spid="3">
                                            <p:txEl>
                                              <p:pRg st="4" end="4"/>
                                            </p:txEl>
                                          </p:spTgt>
                                        </p:tgtEl>
                                        <p:attrNameLst>
                                          <p:attrName>style.visibility</p:attrName>
                                        </p:attrNameLst>
                                      </p:cBhvr>
                                      <p:to>
                                        <p:strVal val="visible"/>
                                      </p:to>
                                    </p:set>
                                    <p:animEffect transition="in" filter="wipe(down)">
                                      <p:cBhvr>
                                        <p:cTn id="45" dur="500"/>
                                        <p:tgtEl>
                                          <p:spTgt spid="3">
                                            <p:txEl>
                                              <p:pRg st="4" end="4"/>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4" fill="hold" grpId="0" nodeType="clickEffect">
                                  <p:stCondLst>
                                    <p:cond delay="0"/>
                                  </p:stCondLst>
                                  <p:childTnLst>
                                    <p:set>
                                      <p:cBhvr>
                                        <p:cTn id="49" dur="1" fill="hold">
                                          <p:stCondLst>
                                            <p:cond delay="0"/>
                                          </p:stCondLst>
                                        </p:cTn>
                                        <p:tgtEl>
                                          <p:spTgt spid="3">
                                            <p:txEl>
                                              <p:pRg st="5" end="5"/>
                                            </p:txEl>
                                          </p:spTgt>
                                        </p:tgtEl>
                                        <p:attrNameLst>
                                          <p:attrName>style.visibility</p:attrName>
                                        </p:attrNameLst>
                                      </p:cBhvr>
                                      <p:to>
                                        <p:strVal val="visible"/>
                                      </p:to>
                                    </p:set>
                                    <p:animEffect transition="in" filter="wipe(down)">
                                      <p:cBhvr>
                                        <p:cTn id="5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2CDFE7DD-5931-442A-8C77-8B72CFFA7F69}"/>
              </a:ext>
            </a:extLst>
          </p:cNvPr>
          <p:cNvSpPr txBox="1"/>
          <p:nvPr/>
        </p:nvSpPr>
        <p:spPr>
          <a:xfrm>
            <a:off x="579403" y="2387841"/>
            <a:ext cx="5983705" cy="2862322"/>
          </a:xfrm>
          <a:prstGeom prst="rect">
            <a:avLst/>
          </a:prstGeom>
          <a:noFill/>
        </p:spPr>
        <p:txBody>
          <a:bodyPr wrap="square">
            <a:spAutoFit/>
          </a:bodyPr>
          <a:lstStyle/>
          <a:p>
            <a:r>
              <a:rPr lang="fr-FR" sz="2000" dirty="0"/>
              <a:t>Ce projet vise à installer et configurer des serveurs DNS primaires et secondaires en haute disponibilité (HA) à l’aide de Bind9 et d’Ansible. L’approche assure la robustesse et la continuité du service DNS, critique pour la résolution de noms dans les infrastructures IT modernes. Bind9 est reconnu pour sa fiabilité et sa flexibilité, tandis qu’Ansible facilite l’automatisation du déploiement et la gestion centralisée des configurations</a:t>
            </a:r>
            <a:r>
              <a:rPr lang="fr-FR" dirty="0"/>
              <a:t>.</a:t>
            </a:r>
          </a:p>
        </p:txBody>
      </p:sp>
      <p:sp>
        <p:nvSpPr>
          <p:cNvPr id="6" name="ZoneTexte 5">
            <a:extLst>
              <a:ext uri="{FF2B5EF4-FFF2-40B4-BE49-F238E27FC236}">
                <a16:creationId xmlns:a16="http://schemas.microsoft.com/office/drawing/2014/main" id="{F5FBA505-93DA-47FF-BD6E-2FFDF5486E73}"/>
              </a:ext>
            </a:extLst>
          </p:cNvPr>
          <p:cNvSpPr txBox="1"/>
          <p:nvPr/>
        </p:nvSpPr>
        <p:spPr>
          <a:xfrm>
            <a:off x="579403" y="869576"/>
            <a:ext cx="4933891" cy="769441"/>
          </a:xfrm>
          <a:prstGeom prst="rect">
            <a:avLst/>
          </a:prstGeom>
          <a:noFill/>
        </p:spPr>
        <p:txBody>
          <a:bodyPr wrap="square" rtlCol="0">
            <a:spAutoFit/>
          </a:bodyPr>
          <a:lstStyle/>
          <a:p>
            <a:pPr algn="ctr"/>
            <a:r>
              <a:rPr lang="fr-FR" sz="4400" b="1" dirty="0">
                <a:solidFill>
                  <a:srgbClr val="0070C0"/>
                </a:solidFill>
                <a:latin typeface="Kanit Light" panose="020B0604020202020204" charset="-34"/>
                <a:cs typeface="Kanit Light" panose="020B0604020202020204" charset="-34"/>
              </a:rPr>
              <a:t>Introduction</a:t>
            </a:r>
          </a:p>
        </p:txBody>
      </p:sp>
      <p:pic>
        <p:nvPicPr>
          <p:cNvPr id="8" name="Image 7">
            <a:extLst>
              <a:ext uri="{FF2B5EF4-FFF2-40B4-BE49-F238E27FC236}">
                <a16:creationId xmlns:a16="http://schemas.microsoft.com/office/drawing/2014/main" id="{3EC6E1B2-5010-4A4F-860A-50D180ADD8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31715" y="1577462"/>
            <a:ext cx="4494120" cy="3890682"/>
          </a:xfrm>
          <a:prstGeom prst="rect">
            <a:avLst/>
          </a:prstGeom>
        </p:spPr>
      </p:pic>
      <p:sp>
        <p:nvSpPr>
          <p:cNvPr id="2" name="Espace réservé du numéro de diapositive 1">
            <a:extLst>
              <a:ext uri="{FF2B5EF4-FFF2-40B4-BE49-F238E27FC236}">
                <a16:creationId xmlns:a16="http://schemas.microsoft.com/office/drawing/2014/main" id="{08278724-1F15-4223-ADFE-5B2D2BC1E1D7}"/>
              </a:ext>
            </a:extLst>
          </p:cNvPr>
          <p:cNvSpPr>
            <a:spLocks noGrp="1"/>
          </p:cNvSpPr>
          <p:nvPr>
            <p:ph type="sldNum" sz="quarter" idx="12"/>
          </p:nvPr>
        </p:nvSpPr>
        <p:spPr/>
        <p:txBody>
          <a:bodyPr/>
          <a:lstStyle/>
          <a:p>
            <a:fld id="{E6DE1272-AAF5-4641-8632-E3BD682AB88B}" type="slidenum">
              <a:rPr lang="fr-FR" smtClean="0"/>
              <a:t>3</a:t>
            </a:fld>
            <a:endParaRPr lang="fr-FR" dirty="0"/>
          </a:p>
        </p:txBody>
      </p:sp>
    </p:spTree>
    <p:extLst>
      <p:ext uri="{BB962C8B-B14F-4D97-AF65-F5344CB8AC3E}">
        <p14:creationId xmlns:p14="http://schemas.microsoft.com/office/powerpoint/2010/main" val="3946165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EB80C2AD-EBCD-4D33-A081-C41B8D566587}"/>
              </a:ext>
            </a:extLst>
          </p:cNvPr>
          <p:cNvSpPr>
            <a:spLocks noGrp="1"/>
          </p:cNvSpPr>
          <p:nvPr>
            <p:ph type="title"/>
          </p:nvPr>
        </p:nvSpPr>
        <p:spPr>
          <a:xfrm>
            <a:off x="2228850" y="760413"/>
            <a:ext cx="8229600" cy="1143000"/>
          </a:xfrm>
        </p:spPr>
        <p:txBody>
          <a:bodyPr/>
          <a:lstStyle/>
          <a:p>
            <a:r>
              <a:rPr lang="fr-FR" dirty="0"/>
              <a:t>🎯 </a:t>
            </a:r>
            <a:r>
              <a:rPr lang="fr-FR" b="1" dirty="0">
                <a:solidFill>
                  <a:srgbClr val="0070C0"/>
                </a:solidFill>
              </a:rPr>
              <a:t>Objectifs du Projet</a:t>
            </a:r>
            <a:endParaRPr b="1" dirty="0">
              <a:solidFill>
                <a:srgbClr val="0070C0"/>
              </a:solidFill>
            </a:endParaRPr>
          </a:p>
        </p:txBody>
      </p:sp>
      <p:sp>
        <p:nvSpPr>
          <p:cNvPr id="5" name="Content Placeholder 2">
            <a:extLst>
              <a:ext uri="{FF2B5EF4-FFF2-40B4-BE49-F238E27FC236}">
                <a16:creationId xmlns:a16="http://schemas.microsoft.com/office/drawing/2014/main" id="{C7E410C6-40CA-4CCF-A84A-D1E33780D355}"/>
              </a:ext>
            </a:extLst>
          </p:cNvPr>
          <p:cNvSpPr>
            <a:spLocks noGrp="1"/>
          </p:cNvSpPr>
          <p:nvPr>
            <p:ph idx="1"/>
          </p:nvPr>
        </p:nvSpPr>
        <p:spPr>
          <a:xfrm>
            <a:off x="2228850" y="2085975"/>
            <a:ext cx="8229600" cy="3819525"/>
          </a:xfrm>
        </p:spPr>
        <p:txBody>
          <a:bodyPr/>
          <a:lstStyle/>
          <a:p>
            <a:r>
              <a:rPr lang="fr-FR" dirty="0"/>
              <a:t>Mettre en place un service DNS en haute disponibilité (DNS Master/Slave).</a:t>
            </a:r>
          </a:p>
          <a:p>
            <a:r>
              <a:rPr lang="fr-FR" dirty="0"/>
              <a:t>Automatiser la configuration avec Ansible.</a:t>
            </a:r>
          </a:p>
          <a:p>
            <a:r>
              <a:rPr lang="fr-FR" dirty="0"/>
              <a:t>Tester la résolution DNS via les deux serveurs.</a:t>
            </a:r>
          </a:p>
          <a:p>
            <a:r>
              <a:rPr lang="fr-FR" dirty="0"/>
              <a:t>Assurer la résilience du service DNS en cas de panne du Master.</a:t>
            </a:r>
          </a:p>
        </p:txBody>
      </p:sp>
      <p:sp>
        <p:nvSpPr>
          <p:cNvPr id="2" name="Espace réservé du numéro de diapositive 1">
            <a:extLst>
              <a:ext uri="{FF2B5EF4-FFF2-40B4-BE49-F238E27FC236}">
                <a16:creationId xmlns:a16="http://schemas.microsoft.com/office/drawing/2014/main" id="{8DB77320-12D1-48B8-B89C-EE2E75B98ACF}"/>
              </a:ext>
            </a:extLst>
          </p:cNvPr>
          <p:cNvSpPr>
            <a:spLocks noGrp="1"/>
          </p:cNvSpPr>
          <p:nvPr>
            <p:ph type="sldNum" sz="quarter" idx="12"/>
          </p:nvPr>
        </p:nvSpPr>
        <p:spPr/>
        <p:txBody>
          <a:bodyPr/>
          <a:lstStyle/>
          <a:p>
            <a:fld id="{E6DE1272-AAF5-4641-8632-E3BD682AB88B}" type="slidenum">
              <a:rPr lang="fr-FR" smtClean="0"/>
              <a:t>4</a:t>
            </a:fld>
            <a:endParaRPr lang="fr-FR" dirty="0"/>
          </a:p>
        </p:txBody>
      </p:sp>
    </p:spTree>
    <p:extLst>
      <p:ext uri="{BB962C8B-B14F-4D97-AF65-F5344CB8AC3E}">
        <p14:creationId xmlns:p14="http://schemas.microsoft.com/office/powerpoint/2010/main" val="840340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anim calcmode="lin" valueType="num">
                                      <p:cBhvr additive="base">
                                        <p:cTn id="25"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32F23E08-A7CE-434E-B782-78354D11605B}"/>
              </a:ext>
            </a:extLst>
          </p:cNvPr>
          <p:cNvSpPr/>
          <p:nvPr/>
        </p:nvSpPr>
        <p:spPr>
          <a:xfrm>
            <a:off x="373915" y="653149"/>
            <a:ext cx="8913520" cy="708779"/>
          </a:xfrm>
          <a:prstGeom prst="rect">
            <a:avLst/>
          </a:prstGeom>
          <a:noFill/>
          <a:ln/>
        </p:spPr>
        <p:txBody>
          <a:bodyPr wrap="none" lIns="0" tIns="0" rIns="0" bIns="0" rtlCol="0" anchor="t"/>
          <a:lstStyle/>
          <a:p>
            <a:pPr algn="l"/>
            <a:r>
              <a:rPr lang="fr-FR" sz="4800" b="1" i="0" dirty="0">
                <a:solidFill>
                  <a:srgbClr val="0070C0"/>
                </a:solidFill>
                <a:effectLst/>
                <a:latin typeface="DeepSeek-CJK-patch"/>
              </a:rPr>
              <a:t>Concepts Clés</a:t>
            </a:r>
            <a:endParaRPr lang="fr-FR" sz="4800" b="0" i="0" dirty="0">
              <a:solidFill>
                <a:srgbClr val="0070C0"/>
              </a:solidFill>
              <a:effectLst/>
              <a:latin typeface="DeepSeek-CJK-patch"/>
            </a:endParaRPr>
          </a:p>
        </p:txBody>
      </p:sp>
      <p:sp>
        <p:nvSpPr>
          <p:cNvPr id="5" name="Text 1">
            <a:extLst>
              <a:ext uri="{FF2B5EF4-FFF2-40B4-BE49-F238E27FC236}">
                <a16:creationId xmlns:a16="http://schemas.microsoft.com/office/drawing/2014/main" id="{FEA3FA7B-CCF1-4CE6-BF76-169795B65C56}"/>
              </a:ext>
            </a:extLst>
          </p:cNvPr>
          <p:cNvSpPr/>
          <p:nvPr/>
        </p:nvSpPr>
        <p:spPr>
          <a:xfrm>
            <a:off x="125505" y="1845254"/>
            <a:ext cx="6266330" cy="354330"/>
          </a:xfrm>
          <a:prstGeom prst="rect">
            <a:avLst/>
          </a:prstGeom>
          <a:noFill/>
          <a:ln/>
        </p:spPr>
        <p:txBody>
          <a:bodyPr wrap="none" lIns="0" tIns="0" rIns="0" bIns="0" rtlCol="0" anchor="t"/>
          <a:lstStyle/>
          <a:p>
            <a:pPr marL="0" indent="0" algn="l">
              <a:lnSpc>
                <a:spcPts val="2750"/>
              </a:lnSpc>
              <a:buNone/>
            </a:pPr>
            <a:r>
              <a:rPr lang="fr-FR" sz="2300" b="1" dirty="0"/>
              <a:t>Qu'est-ce que le DNS et comment fonctionne-t-il ?</a:t>
            </a:r>
            <a:endParaRPr lang="en-US" sz="2300" b="1" dirty="0"/>
          </a:p>
        </p:txBody>
      </p:sp>
      <p:sp>
        <p:nvSpPr>
          <p:cNvPr id="6" name="Text 2">
            <a:extLst>
              <a:ext uri="{FF2B5EF4-FFF2-40B4-BE49-F238E27FC236}">
                <a16:creationId xmlns:a16="http://schemas.microsoft.com/office/drawing/2014/main" id="{A4A7D8ED-6DEB-48B2-90BB-0E5AA88482AB}"/>
              </a:ext>
            </a:extLst>
          </p:cNvPr>
          <p:cNvSpPr/>
          <p:nvPr/>
        </p:nvSpPr>
        <p:spPr>
          <a:xfrm>
            <a:off x="188259" y="2503614"/>
            <a:ext cx="5827060" cy="3521942"/>
          </a:xfrm>
          <a:prstGeom prst="rect">
            <a:avLst/>
          </a:prstGeom>
          <a:noFill/>
          <a:ln/>
        </p:spPr>
        <p:txBody>
          <a:bodyPr wrap="square" lIns="0" tIns="0" rIns="0" bIns="0" rtlCol="0" anchor="t"/>
          <a:lstStyle/>
          <a:p>
            <a:pPr marL="0" indent="0" algn="l">
              <a:lnSpc>
                <a:spcPts val="2850"/>
              </a:lnSpc>
              <a:buNone/>
            </a:pPr>
            <a:endParaRPr lang="en-US" sz="1650" dirty="0"/>
          </a:p>
        </p:txBody>
      </p:sp>
      <p:sp>
        <p:nvSpPr>
          <p:cNvPr id="7" name="Text 3">
            <a:extLst>
              <a:ext uri="{FF2B5EF4-FFF2-40B4-BE49-F238E27FC236}">
                <a16:creationId xmlns:a16="http://schemas.microsoft.com/office/drawing/2014/main" id="{249DB9CE-3371-4F3C-96C2-304F761C3C56}"/>
              </a:ext>
            </a:extLst>
          </p:cNvPr>
          <p:cNvSpPr/>
          <p:nvPr/>
        </p:nvSpPr>
        <p:spPr>
          <a:xfrm>
            <a:off x="7176265" y="188453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272D45"/>
                </a:solidFill>
                <a:latin typeface="Kanit Light" pitchFamily="34" charset="0"/>
                <a:ea typeface="Kanit Light" pitchFamily="34" charset="-122"/>
                <a:cs typeface="Kanit Light" pitchFamily="34" charset="-120"/>
              </a:rPr>
              <a:t> Bind9 ?</a:t>
            </a:r>
            <a:endParaRPr lang="en-US" sz="2200" b="1" dirty="0"/>
          </a:p>
        </p:txBody>
      </p:sp>
      <p:sp>
        <p:nvSpPr>
          <p:cNvPr id="8" name="Text 4">
            <a:extLst>
              <a:ext uri="{FF2B5EF4-FFF2-40B4-BE49-F238E27FC236}">
                <a16:creationId xmlns:a16="http://schemas.microsoft.com/office/drawing/2014/main" id="{13017EFF-60E1-4C9A-858F-268AA44172AE}"/>
              </a:ext>
            </a:extLst>
          </p:cNvPr>
          <p:cNvSpPr/>
          <p:nvPr/>
        </p:nvSpPr>
        <p:spPr>
          <a:xfrm>
            <a:off x="7187779" y="2199584"/>
            <a:ext cx="4627698" cy="2458833"/>
          </a:xfrm>
          <a:prstGeom prst="rect">
            <a:avLst/>
          </a:prstGeom>
          <a:noFill/>
          <a:ln/>
        </p:spPr>
        <p:txBody>
          <a:bodyPr wrap="square" lIns="0" tIns="0" rIns="0" bIns="0" rtlCol="0" anchor="t"/>
          <a:lstStyle/>
          <a:p>
            <a:pPr marL="0" indent="0" algn="l">
              <a:lnSpc>
                <a:spcPts val="2850"/>
              </a:lnSpc>
              <a:buNone/>
            </a:pPr>
            <a:r>
              <a:rPr lang="en-US" sz="1650" dirty="0">
                <a:solidFill>
                  <a:srgbClr val="2C3249"/>
                </a:solidFill>
                <a:latin typeface="Times New Roman" panose="02020603050405020304" pitchFamily="18" charset="0"/>
                <a:ea typeface="Martel Sans" pitchFamily="34" charset="-122"/>
                <a:cs typeface="Times New Roman" panose="02020603050405020304" pitchFamily="18" charset="0"/>
              </a:rPr>
              <a:t>Bind9 est un serveur DNS open source largement adopté. Il offre des fonctionnalités avancées comme la prise en charge des zones maîtres et secondaires, la sécurité DNSSEC, et une architecture modulaire idéale pour une haute disponibilité.</a:t>
            </a:r>
            <a:endParaRPr lang="en-US" sz="1650" dirty="0">
              <a:latin typeface="Times New Roman" panose="02020603050405020304" pitchFamily="18" charset="0"/>
              <a:cs typeface="Times New Roman" panose="02020603050405020304" pitchFamily="18" charset="0"/>
            </a:endParaRPr>
          </a:p>
        </p:txBody>
      </p:sp>
      <p:sp>
        <p:nvSpPr>
          <p:cNvPr id="9" name="Text 5">
            <a:extLst>
              <a:ext uri="{FF2B5EF4-FFF2-40B4-BE49-F238E27FC236}">
                <a16:creationId xmlns:a16="http://schemas.microsoft.com/office/drawing/2014/main" id="{BE198EF9-96AF-47F6-8A10-6B3E39B4C773}"/>
              </a:ext>
            </a:extLst>
          </p:cNvPr>
          <p:cNvSpPr/>
          <p:nvPr/>
        </p:nvSpPr>
        <p:spPr>
          <a:xfrm>
            <a:off x="7140414" y="4511347"/>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650" dirty="0">
                <a:solidFill>
                  <a:srgbClr val="2C3249"/>
                </a:solidFill>
                <a:latin typeface="Times New Roman" panose="02020603050405020304" pitchFamily="18" charset="0"/>
                <a:ea typeface="Martel Sans" pitchFamily="34" charset="-122"/>
                <a:cs typeface="Times New Roman" panose="02020603050405020304" pitchFamily="18" charset="0"/>
              </a:rPr>
              <a:t>Gestion flexible des zones DNS</a:t>
            </a:r>
            <a:endParaRPr lang="en-US" sz="1650" dirty="0">
              <a:latin typeface="Times New Roman" panose="02020603050405020304" pitchFamily="18" charset="0"/>
              <a:cs typeface="Times New Roman" panose="02020603050405020304" pitchFamily="18" charset="0"/>
            </a:endParaRPr>
          </a:p>
        </p:txBody>
      </p:sp>
      <p:sp>
        <p:nvSpPr>
          <p:cNvPr id="10" name="Text 6">
            <a:extLst>
              <a:ext uri="{FF2B5EF4-FFF2-40B4-BE49-F238E27FC236}">
                <a16:creationId xmlns:a16="http://schemas.microsoft.com/office/drawing/2014/main" id="{AF77ED29-82FE-4879-8251-7D57AA174337}"/>
              </a:ext>
            </a:extLst>
          </p:cNvPr>
          <p:cNvSpPr/>
          <p:nvPr/>
        </p:nvSpPr>
        <p:spPr>
          <a:xfrm>
            <a:off x="7140414" y="4954100"/>
            <a:ext cx="4361307" cy="362903"/>
          </a:xfrm>
          <a:prstGeom prst="rect">
            <a:avLst/>
          </a:prstGeom>
          <a:noFill/>
          <a:ln/>
        </p:spPr>
        <p:txBody>
          <a:bodyPr wrap="none" lIns="0" tIns="0" rIns="0" bIns="0" rtlCol="0" anchor="t"/>
          <a:lstStyle/>
          <a:p>
            <a:pPr marL="342900" indent="-342900" algn="l">
              <a:lnSpc>
                <a:spcPts val="2850"/>
              </a:lnSpc>
              <a:buSzPct val="100000"/>
              <a:buChar char="•"/>
            </a:pPr>
            <a:r>
              <a:rPr lang="en-US" sz="1650" dirty="0">
                <a:solidFill>
                  <a:srgbClr val="2C3249"/>
                </a:solidFill>
                <a:latin typeface="Times New Roman" panose="02020603050405020304" pitchFamily="18" charset="0"/>
                <a:ea typeface="Martel Sans" pitchFamily="34" charset="-122"/>
                <a:cs typeface="Times New Roman" panose="02020603050405020304" pitchFamily="18" charset="0"/>
              </a:rPr>
              <a:t>Support complet des protocoles DNS modernes</a:t>
            </a:r>
            <a:endParaRPr lang="en-US" sz="1650" dirty="0">
              <a:latin typeface="Times New Roman" panose="02020603050405020304" pitchFamily="18" charset="0"/>
              <a:cs typeface="Times New Roman" panose="02020603050405020304" pitchFamily="18" charset="0"/>
            </a:endParaRPr>
          </a:p>
        </p:txBody>
      </p:sp>
      <p:sp>
        <p:nvSpPr>
          <p:cNvPr id="11" name="Text 7">
            <a:extLst>
              <a:ext uri="{FF2B5EF4-FFF2-40B4-BE49-F238E27FC236}">
                <a16:creationId xmlns:a16="http://schemas.microsoft.com/office/drawing/2014/main" id="{5892596C-4DD6-402A-B4F3-F0FC08F96CEC}"/>
              </a:ext>
            </a:extLst>
          </p:cNvPr>
          <p:cNvSpPr/>
          <p:nvPr/>
        </p:nvSpPr>
        <p:spPr>
          <a:xfrm>
            <a:off x="7205717" y="5396853"/>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650" dirty="0">
                <a:solidFill>
                  <a:srgbClr val="2C3249"/>
                </a:solidFill>
                <a:latin typeface="Times New Roman" panose="02020603050405020304" pitchFamily="18" charset="0"/>
                <a:ea typeface="Martel Sans" pitchFamily="34" charset="-122"/>
                <a:cs typeface="Times New Roman" panose="02020603050405020304" pitchFamily="18" charset="0"/>
              </a:rPr>
              <a:t>Architecture robuste et éprouvée</a:t>
            </a:r>
            <a:endParaRPr lang="en-US" sz="1650" dirty="0">
              <a:latin typeface="Times New Roman" panose="02020603050405020304" pitchFamily="18" charset="0"/>
              <a:cs typeface="Times New Roman" panose="02020603050405020304" pitchFamily="18" charset="0"/>
            </a:endParaRPr>
          </a:p>
        </p:txBody>
      </p:sp>
      <p:sp>
        <p:nvSpPr>
          <p:cNvPr id="2" name="ZoneTexte 1">
            <a:extLst>
              <a:ext uri="{FF2B5EF4-FFF2-40B4-BE49-F238E27FC236}">
                <a16:creationId xmlns:a16="http://schemas.microsoft.com/office/drawing/2014/main" id="{3E2DBC43-63F9-4664-A70E-23F3257FCD03}"/>
              </a:ext>
            </a:extLst>
          </p:cNvPr>
          <p:cNvSpPr txBox="1"/>
          <p:nvPr/>
        </p:nvSpPr>
        <p:spPr>
          <a:xfrm>
            <a:off x="125505" y="2199584"/>
            <a:ext cx="6399120" cy="4088299"/>
          </a:xfrm>
          <a:prstGeom prst="rect">
            <a:avLst/>
          </a:prstGeom>
          <a:noFill/>
        </p:spPr>
        <p:txBody>
          <a:bodyPr wrap="square" rtlCol="0">
            <a:spAutoFit/>
          </a:bodyPr>
          <a:lstStyle/>
          <a:p>
            <a:pPr marL="0" indent="0" algn="l">
              <a:lnSpc>
                <a:spcPts val="2850"/>
              </a:lnSpc>
              <a:buNone/>
            </a:pPr>
            <a:r>
              <a:rPr lang="fr-FR" sz="1650" dirty="0">
                <a:solidFill>
                  <a:srgbClr val="2C3249"/>
                </a:solidFill>
                <a:latin typeface="Times New Roman" panose="02020603050405020304" pitchFamily="18" charset="0"/>
                <a:ea typeface="Martel Sans" pitchFamily="34" charset="-122"/>
                <a:cs typeface="Times New Roman" panose="02020603050405020304" pitchFamily="18" charset="0"/>
              </a:rPr>
              <a:t>Le DNS (Domain Name System) est un système qui traduit les noms de domaine lisibles par l'homme (comme www.exemple.com) en adresses IP numériques (comme 192.0.2.1) que les ordinateurs utilisent pour se connecter entre eux.</a:t>
            </a:r>
          </a:p>
          <a:p>
            <a:pPr marL="0" indent="0" algn="l">
              <a:lnSpc>
                <a:spcPts val="2850"/>
              </a:lnSpc>
              <a:buNone/>
            </a:pPr>
            <a:endParaRPr lang="fr-FR" sz="1650" dirty="0">
              <a:solidFill>
                <a:srgbClr val="2C3249"/>
              </a:solidFill>
              <a:latin typeface="Times New Roman" panose="02020603050405020304" pitchFamily="18" charset="0"/>
              <a:ea typeface="Martel Sans" pitchFamily="34" charset="-122"/>
              <a:cs typeface="Times New Roman" panose="02020603050405020304" pitchFamily="18" charset="0"/>
            </a:endParaRPr>
          </a:p>
          <a:p>
            <a:pPr marL="0" indent="0" algn="l">
              <a:lnSpc>
                <a:spcPts val="2850"/>
              </a:lnSpc>
              <a:buNone/>
            </a:pPr>
            <a:r>
              <a:rPr lang="fr-FR" sz="1650" dirty="0">
                <a:solidFill>
                  <a:srgbClr val="2C3249"/>
                </a:solidFill>
                <a:latin typeface="Times New Roman" panose="02020603050405020304" pitchFamily="18" charset="0"/>
                <a:ea typeface="Martel Sans" pitchFamily="34" charset="-122"/>
                <a:cs typeface="Times New Roman" panose="02020603050405020304" pitchFamily="18" charset="0"/>
              </a:rPr>
              <a:t>Lorsqu'un utilisateur saisit une adresse web dans son navigateur, une requête est envoyée à un serveur DNS pour obtenir l'adresse IP correspondante. Ce processus permet au navigateur de localiser et d'accéder au site web souhaité.</a:t>
            </a:r>
            <a:br>
              <a:rPr lang="fr-FR" sz="1800" dirty="0">
                <a:solidFill>
                  <a:srgbClr val="2C3249"/>
                </a:solidFill>
                <a:latin typeface="Martel Sans" pitchFamily="34" charset="0"/>
                <a:ea typeface="Martel Sans" pitchFamily="34" charset="-122"/>
                <a:cs typeface="Martel Sans" pitchFamily="34" charset="-120"/>
              </a:rPr>
            </a:br>
            <a:endParaRPr lang="en-US" sz="1800" dirty="0"/>
          </a:p>
          <a:p>
            <a:endParaRPr lang="fr-FR" dirty="0"/>
          </a:p>
        </p:txBody>
      </p:sp>
      <p:sp>
        <p:nvSpPr>
          <p:cNvPr id="3" name="Espace réservé du numéro de diapositive 2">
            <a:extLst>
              <a:ext uri="{FF2B5EF4-FFF2-40B4-BE49-F238E27FC236}">
                <a16:creationId xmlns:a16="http://schemas.microsoft.com/office/drawing/2014/main" id="{3F61D8D5-BE87-4D81-98C8-B548A14F8115}"/>
              </a:ext>
            </a:extLst>
          </p:cNvPr>
          <p:cNvSpPr>
            <a:spLocks noGrp="1"/>
          </p:cNvSpPr>
          <p:nvPr>
            <p:ph type="sldNum" sz="quarter" idx="12"/>
          </p:nvPr>
        </p:nvSpPr>
        <p:spPr/>
        <p:txBody>
          <a:bodyPr/>
          <a:lstStyle/>
          <a:p>
            <a:fld id="{E6DE1272-AAF5-4641-8632-E3BD682AB88B}" type="slidenum">
              <a:rPr lang="fr-FR" smtClean="0"/>
              <a:t>5</a:t>
            </a:fld>
            <a:endParaRPr lang="fr-FR" dirty="0"/>
          </a:p>
        </p:txBody>
      </p:sp>
    </p:spTree>
    <p:extLst>
      <p:ext uri="{BB962C8B-B14F-4D97-AF65-F5344CB8AC3E}">
        <p14:creationId xmlns:p14="http://schemas.microsoft.com/office/powerpoint/2010/main" val="950878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down)">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500"/>
                                        <p:tgtEl>
                                          <p:spTgt spid="7"/>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wipe(down)">
                                      <p:cBhvr>
                                        <p:cTn id="18" dur="500"/>
                                        <p:tgtEl>
                                          <p:spTgt spid="8"/>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wipe(down)">
                                      <p:cBhvr>
                                        <p:cTn id="21" dur="500"/>
                                        <p:tgtEl>
                                          <p:spTgt spid="9"/>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down)">
                                      <p:cBhvr>
                                        <p:cTn id="24" dur="500"/>
                                        <p:tgtEl>
                                          <p:spTgt spid="10"/>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down)">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animBg="1"/>
      <p:bldP spid="9" grpId="0" animBg="1"/>
      <p:bldP spid="10" grpId="0" animBg="1"/>
      <p:bldP spid="11" grpId="0" animBg="1"/>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10A9E5CB-3C9B-4D95-AD43-1D6E217B57F1}"/>
              </a:ext>
            </a:extLst>
          </p:cNvPr>
          <p:cNvSpPr/>
          <p:nvPr/>
        </p:nvSpPr>
        <p:spPr>
          <a:xfrm>
            <a:off x="481262" y="392528"/>
            <a:ext cx="7165538" cy="707469"/>
          </a:xfrm>
          <a:prstGeom prst="rect">
            <a:avLst/>
          </a:prstGeom>
          <a:noFill/>
          <a:ln/>
        </p:spPr>
        <p:txBody>
          <a:bodyPr wrap="none" lIns="0" tIns="0" rIns="0" bIns="0" rtlCol="0" anchor="t"/>
          <a:lstStyle/>
          <a:p>
            <a:pPr marL="0" indent="0" algn="l">
              <a:lnSpc>
                <a:spcPts val="5550"/>
              </a:lnSpc>
              <a:buNone/>
            </a:pPr>
            <a:r>
              <a:rPr lang="en-US" sz="2600" b="1" dirty="0">
                <a:solidFill>
                  <a:schemeClr val="tx1">
                    <a:lumMod val="85000"/>
                    <a:lumOff val="15000"/>
                  </a:schemeClr>
                </a:solidFill>
                <a:ea typeface="Kanit Light" pitchFamily="34" charset="-122"/>
                <a:cs typeface="Kanit Light" pitchFamily="34" charset="-120"/>
              </a:rPr>
              <a:t>Automatisation avec Ansible</a:t>
            </a:r>
            <a:endParaRPr lang="en-US" sz="2600" b="1" dirty="0">
              <a:solidFill>
                <a:schemeClr val="tx1">
                  <a:lumMod val="85000"/>
                  <a:lumOff val="15000"/>
                </a:schemeClr>
              </a:solidFill>
            </a:endParaRPr>
          </a:p>
        </p:txBody>
      </p:sp>
      <p:sp>
        <p:nvSpPr>
          <p:cNvPr id="5" name="Shape 1">
            <a:extLst>
              <a:ext uri="{FF2B5EF4-FFF2-40B4-BE49-F238E27FC236}">
                <a16:creationId xmlns:a16="http://schemas.microsoft.com/office/drawing/2014/main" id="{2CA330C2-5D70-4562-B89A-411AE870D375}"/>
              </a:ext>
            </a:extLst>
          </p:cNvPr>
          <p:cNvSpPr/>
          <p:nvPr/>
        </p:nvSpPr>
        <p:spPr>
          <a:xfrm>
            <a:off x="236550" y="1436730"/>
            <a:ext cx="509349" cy="509349"/>
          </a:xfrm>
          <a:prstGeom prst="roundRect">
            <a:avLst>
              <a:gd name="adj" fmla="val 18669"/>
            </a:avLst>
          </a:prstGeom>
          <a:solidFill>
            <a:srgbClr val="DFECE9"/>
          </a:solidFill>
          <a:ln w="7620">
            <a:solidFill>
              <a:srgbClr val="C5D2CF"/>
            </a:solidFill>
            <a:prstDash val="solid"/>
          </a:ln>
        </p:spPr>
      </p:sp>
      <p:sp>
        <p:nvSpPr>
          <p:cNvPr id="6" name="Text 2">
            <a:extLst>
              <a:ext uri="{FF2B5EF4-FFF2-40B4-BE49-F238E27FC236}">
                <a16:creationId xmlns:a16="http://schemas.microsoft.com/office/drawing/2014/main" id="{EE35BD12-6C41-4852-9DAE-9A5324EE4F25}"/>
              </a:ext>
            </a:extLst>
          </p:cNvPr>
          <p:cNvSpPr/>
          <p:nvPr/>
        </p:nvSpPr>
        <p:spPr>
          <a:xfrm>
            <a:off x="1234034" y="1493936"/>
            <a:ext cx="2829997" cy="353735"/>
          </a:xfrm>
          <a:prstGeom prst="rect">
            <a:avLst/>
          </a:prstGeom>
          <a:noFill/>
          <a:ln/>
        </p:spPr>
        <p:txBody>
          <a:bodyPr wrap="none" lIns="0" tIns="0" rIns="0" bIns="0" rtlCol="0" anchor="t"/>
          <a:lstStyle/>
          <a:p>
            <a:pPr marL="0" indent="0" algn="l">
              <a:lnSpc>
                <a:spcPts val="2750"/>
              </a:lnSpc>
              <a:buNone/>
            </a:pPr>
            <a:r>
              <a:rPr lang="en-US" sz="2200" dirty="0">
                <a:solidFill>
                  <a:srgbClr val="2C3249"/>
                </a:solidFill>
                <a:latin typeface="Kanit Light" pitchFamily="34" charset="0"/>
                <a:ea typeface="Kanit Light" pitchFamily="34" charset="-122"/>
                <a:cs typeface="Kanit Light" pitchFamily="34" charset="-120"/>
              </a:rPr>
              <a:t>Définition d'Ansible</a:t>
            </a:r>
            <a:endParaRPr lang="en-US" sz="2200" dirty="0"/>
          </a:p>
        </p:txBody>
      </p:sp>
      <p:sp>
        <p:nvSpPr>
          <p:cNvPr id="7" name="Text 3">
            <a:extLst>
              <a:ext uri="{FF2B5EF4-FFF2-40B4-BE49-F238E27FC236}">
                <a16:creationId xmlns:a16="http://schemas.microsoft.com/office/drawing/2014/main" id="{F7D73803-7480-429E-98CE-9452E20B917A}"/>
              </a:ext>
            </a:extLst>
          </p:cNvPr>
          <p:cNvSpPr/>
          <p:nvPr/>
        </p:nvSpPr>
        <p:spPr>
          <a:xfrm>
            <a:off x="1013012" y="1998173"/>
            <a:ext cx="3087273" cy="2134556"/>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Outil open source permettant l’automatisation de tâches système, réduisant le risque d’erreurs humaines lors de configurations complexes.</a:t>
            </a:r>
            <a:endParaRPr lang="en-US" sz="1750" dirty="0"/>
          </a:p>
        </p:txBody>
      </p:sp>
      <p:sp>
        <p:nvSpPr>
          <p:cNvPr id="8" name="Shape 4">
            <a:extLst>
              <a:ext uri="{FF2B5EF4-FFF2-40B4-BE49-F238E27FC236}">
                <a16:creationId xmlns:a16="http://schemas.microsoft.com/office/drawing/2014/main" id="{CCEB558B-55C3-4E0E-9126-EFCCDC761871}"/>
              </a:ext>
            </a:extLst>
          </p:cNvPr>
          <p:cNvSpPr/>
          <p:nvPr/>
        </p:nvSpPr>
        <p:spPr>
          <a:xfrm>
            <a:off x="6096000" y="1437468"/>
            <a:ext cx="509349" cy="509349"/>
          </a:xfrm>
          <a:prstGeom prst="roundRect">
            <a:avLst>
              <a:gd name="adj" fmla="val 18669"/>
            </a:avLst>
          </a:prstGeom>
          <a:solidFill>
            <a:srgbClr val="DFECE9"/>
          </a:solidFill>
          <a:ln w="7620">
            <a:solidFill>
              <a:srgbClr val="C5D2CF"/>
            </a:solidFill>
            <a:prstDash val="solid"/>
          </a:ln>
        </p:spPr>
      </p:sp>
      <p:sp>
        <p:nvSpPr>
          <p:cNvPr id="9" name="Text 5">
            <a:extLst>
              <a:ext uri="{FF2B5EF4-FFF2-40B4-BE49-F238E27FC236}">
                <a16:creationId xmlns:a16="http://schemas.microsoft.com/office/drawing/2014/main" id="{1E04D8E3-9104-4C62-BA70-B6D30037544B}"/>
              </a:ext>
            </a:extLst>
          </p:cNvPr>
          <p:cNvSpPr/>
          <p:nvPr/>
        </p:nvSpPr>
        <p:spPr>
          <a:xfrm>
            <a:off x="7071746" y="1463872"/>
            <a:ext cx="2829997" cy="353735"/>
          </a:xfrm>
          <a:prstGeom prst="rect">
            <a:avLst/>
          </a:prstGeom>
          <a:noFill/>
          <a:ln/>
        </p:spPr>
        <p:txBody>
          <a:bodyPr wrap="none" lIns="0" tIns="0" rIns="0" bIns="0" rtlCol="0" anchor="t"/>
          <a:lstStyle/>
          <a:p>
            <a:pPr marL="0" indent="0" algn="l">
              <a:lnSpc>
                <a:spcPts val="2750"/>
              </a:lnSpc>
              <a:buNone/>
            </a:pPr>
            <a:r>
              <a:rPr lang="en-US" sz="2200" dirty="0">
                <a:solidFill>
                  <a:srgbClr val="2C3249"/>
                </a:solidFill>
                <a:latin typeface="Kanit Light" pitchFamily="34" charset="0"/>
                <a:ea typeface="Kanit Light" pitchFamily="34" charset="-122"/>
                <a:cs typeface="Kanit Light" pitchFamily="34" charset="-120"/>
              </a:rPr>
              <a:t>Playbook Bind9</a:t>
            </a:r>
            <a:endParaRPr lang="en-US" sz="2200" dirty="0"/>
          </a:p>
        </p:txBody>
      </p:sp>
      <p:sp>
        <p:nvSpPr>
          <p:cNvPr id="10" name="Text 6">
            <a:extLst>
              <a:ext uri="{FF2B5EF4-FFF2-40B4-BE49-F238E27FC236}">
                <a16:creationId xmlns:a16="http://schemas.microsoft.com/office/drawing/2014/main" id="{130D0F77-D6E0-4A4A-8FD1-947F2F015229}"/>
              </a:ext>
            </a:extLst>
          </p:cNvPr>
          <p:cNvSpPr/>
          <p:nvPr/>
        </p:nvSpPr>
        <p:spPr>
          <a:xfrm>
            <a:off x="7071746" y="1775819"/>
            <a:ext cx="3721761" cy="2134557"/>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Création d’un playbook définissant les étapes d’installation, configuration et redémarrage des services Bind9 pour déployer rapidement des serveurs DHCP en environnement HA.</a:t>
            </a:r>
            <a:endParaRPr lang="en-US" sz="1750" dirty="0"/>
          </a:p>
        </p:txBody>
      </p:sp>
      <p:sp>
        <p:nvSpPr>
          <p:cNvPr id="11" name="Shape 7">
            <a:extLst>
              <a:ext uri="{FF2B5EF4-FFF2-40B4-BE49-F238E27FC236}">
                <a16:creationId xmlns:a16="http://schemas.microsoft.com/office/drawing/2014/main" id="{17417B58-3F36-40B5-94FD-BA3CA415357A}"/>
              </a:ext>
            </a:extLst>
          </p:cNvPr>
          <p:cNvSpPr/>
          <p:nvPr/>
        </p:nvSpPr>
        <p:spPr>
          <a:xfrm>
            <a:off x="724685" y="4745313"/>
            <a:ext cx="509349" cy="509349"/>
          </a:xfrm>
          <a:prstGeom prst="roundRect">
            <a:avLst>
              <a:gd name="adj" fmla="val 18669"/>
            </a:avLst>
          </a:prstGeom>
          <a:solidFill>
            <a:srgbClr val="DFECE9"/>
          </a:solidFill>
          <a:ln w="7620">
            <a:solidFill>
              <a:srgbClr val="C5D2CF"/>
            </a:solidFill>
            <a:prstDash val="solid"/>
          </a:ln>
        </p:spPr>
      </p:sp>
      <p:sp>
        <p:nvSpPr>
          <p:cNvPr id="12" name="Text 8">
            <a:extLst>
              <a:ext uri="{FF2B5EF4-FFF2-40B4-BE49-F238E27FC236}">
                <a16:creationId xmlns:a16="http://schemas.microsoft.com/office/drawing/2014/main" id="{ABB1E48B-A0DB-4554-9D86-5AD7D6B47DBF}"/>
              </a:ext>
            </a:extLst>
          </p:cNvPr>
          <p:cNvSpPr/>
          <p:nvPr/>
        </p:nvSpPr>
        <p:spPr>
          <a:xfrm>
            <a:off x="1616667" y="4808551"/>
            <a:ext cx="2829997" cy="353735"/>
          </a:xfrm>
          <a:prstGeom prst="rect">
            <a:avLst/>
          </a:prstGeom>
          <a:noFill/>
          <a:ln/>
        </p:spPr>
        <p:txBody>
          <a:bodyPr wrap="none" lIns="0" tIns="0" rIns="0" bIns="0" rtlCol="0" anchor="t"/>
          <a:lstStyle/>
          <a:p>
            <a:pPr marL="0" indent="0" algn="l">
              <a:lnSpc>
                <a:spcPts val="2750"/>
              </a:lnSpc>
              <a:buNone/>
            </a:pPr>
            <a:r>
              <a:rPr lang="en-US" sz="2200" dirty="0">
                <a:solidFill>
                  <a:srgbClr val="2C3249"/>
                </a:solidFill>
                <a:latin typeface="Kanit Light" pitchFamily="34" charset="0"/>
                <a:ea typeface="Kanit Light" pitchFamily="34" charset="-122"/>
                <a:cs typeface="Kanit Light" pitchFamily="34" charset="-120"/>
              </a:rPr>
              <a:t>Avantages clés</a:t>
            </a:r>
            <a:endParaRPr lang="en-US" sz="2200" dirty="0"/>
          </a:p>
        </p:txBody>
      </p:sp>
      <p:sp>
        <p:nvSpPr>
          <p:cNvPr id="13" name="Text 9">
            <a:extLst>
              <a:ext uri="{FF2B5EF4-FFF2-40B4-BE49-F238E27FC236}">
                <a16:creationId xmlns:a16="http://schemas.microsoft.com/office/drawing/2014/main" id="{D7B249DD-B032-4B17-9E6E-5C2F859F9B64}"/>
              </a:ext>
            </a:extLst>
          </p:cNvPr>
          <p:cNvSpPr/>
          <p:nvPr/>
        </p:nvSpPr>
        <p:spPr>
          <a:xfrm>
            <a:off x="1392549" y="5162286"/>
            <a:ext cx="4282110" cy="1086922"/>
          </a:xfrm>
          <a:prstGeom prst="rect">
            <a:avLst/>
          </a:prstGeom>
          <a:noFill/>
          <a:ln/>
        </p:spPr>
        <p:txBody>
          <a:bodyPr wrap="square" lIns="0" tIns="0" rIns="0" bIns="0" rtlCol="0" anchor="t"/>
          <a:lstStyle/>
          <a:p>
            <a:pPr marL="0" indent="0" algn="l">
              <a:lnSpc>
                <a:spcPts val="2850"/>
              </a:lnSpc>
              <a:buNone/>
            </a:pPr>
            <a:r>
              <a:rPr lang="en-US" sz="1750" dirty="0">
                <a:solidFill>
                  <a:srgbClr val="2C3249"/>
                </a:solidFill>
                <a:latin typeface="Martel Sans" pitchFamily="34" charset="0"/>
                <a:ea typeface="Martel Sans" pitchFamily="34" charset="-122"/>
                <a:cs typeface="Martel Sans" pitchFamily="34" charset="-120"/>
              </a:rPr>
              <a:t>Automatisation assure la reproductibilité, accélère les déploiements et simplifie la maintenance grâce à une configuration centralisée et paramétrable.</a:t>
            </a:r>
            <a:endParaRPr lang="en-US" sz="1750" dirty="0"/>
          </a:p>
        </p:txBody>
      </p:sp>
      <p:pic>
        <p:nvPicPr>
          <p:cNvPr id="14" name="Image 13">
            <a:extLst>
              <a:ext uri="{FF2B5EF4-FFF2-40B4-BE49-F238E27FC236}">
                <a16:creationId xmlns:a16="http://schemas.microsoft.com/office/drawing/2014/main" id="{BE231A02-71E8-45B1-896A-5C6F7FD1B2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9451" y="4270130"/>
            <a:ext cx="4627864" cy="1560699"/>
          </a:xfrm>
          <a:prstGeom prst="rect">
            <a:avLst/>
          </a:prstGeom>
        </p:spPr>
      </p:pic>
      <p:sp>
        <p:nvSpPr>
          <p:cNvPr id="2" name="Espace réservé du numéro de diapositive 1">
            <a:extLst>
              <a:ext uri="{FF2B5EF4-FFF2-40B4-BE49-F238E27FC236}">
                <a16:creationId xmlns:a16="http://schemas.microsoft.com/office/drawing/2014/main" id="{973D8043-0327-4A33-8926-DE0C9E90548C}"/>
              </a:ext>
            </a:extLst>
          </p:cNvPr>
          <p:cNvSpPr>
            <a:spLocks noGrp="1"/>
          </p:cNvSpPr>
          <p:nvPr>
            <p:ph type="sldNum" sz="quarter" idx="12"/>
          </p:nvPr>
        </p:nvSpPr>
        <p:spPr/>
        <p:txBody>
          <a:bodyPr/>
          <a:lstStyle/>
          <a:p>
            <a:fld id="{E6DE1272-AAF5-4641-8632-E3BD682AB88B}" type="slidenum">
              <a:rPr lang="fr-FR" smtClean="0"/>
              <a:t>6</a:t>
            </a:fld>
            <a:endParaRPr lang="fr-FR" dirty="0"/>
          </a:p>
        </p:txBody>
      </p:sp>
    </p:spTree>
    <p:extLst>
      <p:ext uri="{BB962C8B-B14F-4D97-AF65-F5344CB8AC3E}">
        <p14:creationId xmlns:p14="http://schemas.microsoft.com/office/powerpoint/2010/main" val="776137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2C3CD6AB-DF5F-4307-BB01-282F6AC6A933}"/>
              </a:ext>
            </a:extLst>
          </p:cNvPr>
          <p:cNvPicPr>
            <a:picLocks noChangeAspect="1"/>
          </p:cNvPicPr>
          <p:nvPr/>
        </p:nvPicPr>
        <p:blipFill>
          <a:blip r:embed="rId3"/>
          <a:stretch>
            <a:fillRect/>
          </a:stretch>
        </p:blipFill>
        <p:spPr>
          <a:xfrm>
            <a:off x="673140" y="1327547"/>
            <a:ext cx="889992" cy="1067991"/>
          </a:xfrm>
          <a:prstGeom prst="rect">
            <a:avLst/>
          </a:prstGeom>
        </p:spPr>
      </p:pic>
      <p:sp>
        <p:nvSpPr>
          <p:cNvPr id="5" name="Text 1">
            <a:extLst>
              <a:ext uri="{FF2B5EF4-FFF2-40B4-BE49-F238E27FC236}">
                <a16:creationId xmlns:a16="http://schemas.microsoft.com/office/drawing/2014/main" id="{FE834713-9055-47C2-BB72-B862406688B3}"/>
              </a:ext>
            </a:extLst>
          </p:cNvPr>
          <p:cNvSpPr/>
          <p:nvPr/>
        </p:nvSpPr>
        <p:spPr>
          <a:xfrm>
            <a:off x="1830070" y="1505546"/>
            <a:ext cx="2225040" cy="278130"/>
          </a:xfrm>
          <a:prstGeom prst="rect">
            <a:avLst/>
          </a:prstGeom>
          <a:noFill/>
          <a:ln/>
        </p:spPr>
        <p:txBody>
          <a:bodyPr wrap="none" lIns="0" tIns="0" rIns="0" bIns="0" rtlCol="0" anchor="t"/>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50"/>
              </a:lnSpc>
              <a:buNone/>
            </a:pPr>
            <a:r>
              <a:rPr lang="en-US" sz="1750" dirty="0">
                <a:solidFill>
                  <a:srgbClr val="2C3249"/>
                </a:solidFill>
                <a:latin typeface="Kanit Light" pitchFamily="34" charset="0"/>
                <a:ea typeface="Kanit Light" pitchFamily="34" charset="-122"/>
                <a:cs typeface="Kanit Light" pitchFamily="34" charset="-120"/>
              </a:rPr>
              <a:t>Inventaire Ansible</a:t>
            </a:r>
            <a:endParaRPr lang="en-US" sz="1750" dirty="0"/>
          </a:p>
        </p:txBody>
      </p:sp>
      <p:sp>
        <p:nvSpPr>
          <p:cNvPr id="6" name="Text 2">
            <a:extLst>
              <a:ext uri="{FF2B5EF4-FFF2-40B4-BE49-F238E27FC236}">
                <a16:creationId xmlns:a16="http://schemas.microsoft.com/office/drawing/2014/main" id="{DEEE6090-3667-4C5C-A8B1-88A36D22B60A}"/>
              </a:ext>
            </a:extLst>
          </p:cNvPr>
          <p:cNvSpPr/>
          <p:nvPr/>
        </p:nvSpPr>
        <p:spPr>
          <a:xfrm>
            <a:off x="1830070" y="1790342"/>
            <a:ext cx="10101735" cy="284797"/>
          </a:xfrm>
          <a:prstGeom prst="rect">
            <a:avLst/>
          </a:prstGeom>
          <a:noFill/>
          <a:ln/>
        </p:spPr>
        <p:txBody>
          <a:bodyPr wrap="none" lIns="0" tIns="0" rIns="0" bIns="0" rtlCol="0" anchor="t"/>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200"/>
              </a:lnSpc>
              <a:buNone/>
            </a:pPr>
            <a:r>
              <a:rPr lang="en-US" sz="1400" dirty="0">
                <a:solidFill>
                  <a:srgbClr val="2C3249"/>
                </a:solidFill>
                <a:latin typeface="Martel Sans" pitchFamily="34" charset="0"/>
                <a:ea typeface="Martel Sans" pitchFamily="34" charset="-122"/>
                <a:cs typeface="Martel Sans" pitchFamily="34" charset="-120"/>
              </a:rPr>
              <a:t>Liste précise des serveurs primaire et secondaire définie dans l'inventaire pour orchestrer leur configuration.</a:t>
            </a:r>
            <a:endParaRPr lang="en-US" sz="1400" dirty="0"/>
          </a:p>
        </p:txBody>
      </p:sp>
      <p:pic>
        <p:nvPicPr>
          <p:cNvPr id="7" name="Image 6">
            <a:extLst>
              <a:ext uri="{FF2B5EF4-FFF2-40B4-BE49-F238E27FC236}">
                <a16:creationId xmlns:a16="http://schemas.microsoft.com/office/drawing/2014/main" id="{A03643B0-1D26-4E49-8854-D8AB9B0917E3}"/>
              </a:ext>
            </a:extLst>
          </p:cNvPr>
          <p:cNvPicPr>
            <a:picLocks noChangeAspect="1"/>
          </p:cNvPicPr>
          <p:nvPr/>
        </p:nvPicPr>
        <p:blipFill>
          <a:blip r:embed="rId4"/>
          <a:stretch>
            <a:fillRect/>
          </a:stretch>
        </p:blipFill>
        <p:spPr>
          <a:xfrm>
            <a:off x="673140" y="2395538"/>
            <a:ext cx="889992" cy="1067991"/>
          </a:xfrm>
          <a:prstGeom prst="rect">
            <a:avLst/>
          </a:prstGeom>
        </p:spPr>
      </p:pic>
      <p:sp>
        <p:nvSpPr>
          <p:cNvPr id="8" name="Text 3">
            <a:extLst>
              <a:ext uri="{FF2B5EF4-FFF2-40B4-BE49-F238E27FC236}">
                <a16:creationId xmlns:a16="http://schemas.microsoft.com/office/drawing/2014/main" id="{78C981E8-BC92-45E1-8A83-AA8E8E5D788A}"/>
              </a:ext>
            </a:extLst>
          </p:cNvPr>
          <p:cNvSpPr/>
          <p:nvPr/>
        </p:nvSpPr>
        <p:spPr>
          <a:xfrm>
            <a:off x="1830070" y="2573536"/>
            <a:ext cx="2350651" cy="278130"/>
          </a:xfrm>
          <a:prstGeom prst="rect">
            <a:avLst/>
          </a:prstGeom>
          <a:noFill/>
          <a:ln/>
        </p:spPr>
        <p:txBody>
          <a:bodyPr wrap="none" lIns="0" tIns="0" rIns="0" bIns="0" rtlCol="0" anchor="t"/>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50"/>
              </a:lnSpc>
              <a:buNone/>
            </a:pPr>
            <a:r>
              <a:rPr lang="en-US" sz="1750" dirty="0">
                <a:solidFill>
                  <a:srgbClr val="2C3249"/>
                </a:solidFill>
                <a:latin typeface="Kanit Light" pitchFamily="34" charset="0"/>
                <a:ea typeface="Kanit Light" pitchFamily="34" charset="-122"/>
                <a:cs typeface="Kanit Light" pitchFamily="34" charset="-120"/>
              </a:rPr>
              <a:t>Création d'un rôle Bind9</a:t>
            </a:r>
            <a:endParaRPr lang="en-US" sz="1750" dirty="0"/>
          </a:p>
        </p:txBody>
      </p:sp>
      <p:sp>
        <p:nvSpPr>
          <p:cNvPr id="9" name="Text 4">
            <a:extLst>
              <a:ext uri="{FF2B5EF4-FFF2-40B4-BE49-F238E27FC236}">
                <a16:creationId xmlns:a16="http://schemas.microsoft.com/office/drawing/2014/main" id="{C107C372-D7CA-49CF-A703-96B4E6356C97}"/>
              </a:ext>
            </a:extLst>
          </p:cNvPr>
          <p:cNvSpPr/>
          <p:nvPr/>
        </p:nvSpPr>
        <p:spPr>
          <a:xfrm>
            <a:off x="1830070" y="2851667"/>
            <a:ext cx="9967920" cy="391596"/>
          </a:xfrm>
          <a:prstGeom prst="rect">
            <a:avLst/>
          </a:prstGeom>
          <a:noFill/>
          <a:ln/>
        </p:spPr>
        <p:txBody>
          <a:bodyPr wrap="none" lIns="0" tIns="0" rIns="0" bIns="0" rtlCol="0" anchor="t"/>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200"/>
              </a:lnSpc>
              <a:buNone/>
            </a:pPr>
            <a:r>
              <a:rPr lang="en-US" sz="1400" dirty="0">
                <a:solidFill>
                  <a:srgbClr val="2C3249"/>
                </a:solidFill>
                <a:latin typeface="Martel Sans" pitchFamily="34" charset="0"/>
                <a:ea typeface="Martel Sans" pitchFamily="34" charset="-122"/>
                <a:cs typeface="Martel Sans" pitchFamily="34" charset="-120"/>
              </a:rPr>
              <a:t>Centralisation des tâches d'installation, configuration et déploiement DNS au sein d'un rôle spécifique.</a:t>
            </a:r>
            <a:endParaRPr lang="en-US" sz="1400" dirty="0"/>
          </a:p>
        </p:txBody>
      </p:sp>
      <p:pic>
        <p:nvPicPr>
          <p:cNvPr id="10" name="Image 9">
            <a:extLst>
              <a:ext uri="{FF2B5EF4-FFF2-40B4-BE49-F238E27FC236}">
                <a16:creationId xmlns:a16="http://schemas.microsoft.com/office/drawing/2014/main" id="{08C84B96-93D5-4138-9AE3-016218E8ABBC}"/>
              </a:ext>
            </a:extLst>
          </p:cNvPr>
          <p:cNvPicPr>
            <a:picLocks noChangeAspect="1"/>
          </p:cNvPicPr>
          <p:nvPr/>
        </p:nvPicPr>
        <p:blipFill>
          <a:blip r:embed="rId5"/>
          <a:stretch>
            <a:fillRect/>
          </a:stretch>
        </p:blipFill>
        <p:spPr>
          <a:xfrm>
            <a:off x="673140" y="3463528"/>
            <a:ext cx="889992" cy="2066925"/>
          </a:xfrm>
          <a:prstGeom prst="rect">
            <a:avLst/>
          </a:prstGeom>
        </p:spPr>
      </p:pic>
      <p:sp>
        <p:nvSpPr>
          <p:cNvPr id="11" name="Text 5">
            <a:extLst>
              <a:ext uri="{FF2B5EF4-FFF2-40B4-BE49-F238E27FC236}">
                <a16:creationId xmlns:a16="http://schemas.microsoft.com/office/drawing/2014/main" id="{9A484CD6-B79D-4557-B187-5E929C834BA0}"/>
              </a:ext>
            </a:extLst>
          </p:cNvPr>
          <p:cNvSpPr/>
          <p:nvPr/>
        </p:nvSpPr>
        <p:spPr>
          <a:xfrm>
            <a:off x="1830070" y="3641527"/>
            <a:ext cx="2225040" cy="278130"/>
          </a:xfrm>
          <a:prstGeom prst="rect">
            <a:avLst/>
          </a:prstGeom>
          <a:noFill/>
          <a:ln/>
        </p:spPr>
        <p:txBody>
          <a:bodyPr wrap="none" lIns="0" tIns="0" rIns="0" bIns="0" rtlCol="0" anchor="t"/>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l">
              <a:lnSpc>
                <a:spcPts val="2150"/>
              </a:lnSpc>
              <a:buNone/>
            </a:pPr>
            <a:r>
              <a:rPr lang="en-US" sz="1750" dirty="0">
                <a:solidFill>
                  <a:srgbClr val="2C3249"/>
                </a:solidFill>
                <a:latin typeface="Kanit Light" pitchFamily="34" charset="0"/>
                <a:ea typeface="Kanit Light" pitchFamily="34" charset="-122"/>
                <a:cs typeface="Kanit Light" pitchFamily="34" charset="-120"/>
              </a:rPr>
              <a:t>Tâches automatisées</a:t>
            </a:r>
            <a:endParaRPr lang="en-US" sz="1750" dirty="0"/>
          </a:p>
        </p:txBody>
      </p:sp>
      <p:sp>
        <p:nvSpPr>
          <p:cNvPr id="12" name="Text 6">
            <a:extLst>
              <a:ext uri="{FF2B5EF4-FFF2-40B4-BE49-F238E27FC236}">
                <a16:creationId xmlns:a16="http://schemas.microsoft.com/office/drawing/2014/main" id="{1D52E5A7-366E-47E4-91A8-B70D794B0425}"/>
              </a:ext>
            </a:extLst>
          </p:cNvPr>
          <p:cNvSpPr/>
          <p:nvPr/>
        </p:nvSpPr>
        <p:spPr>
          <a:xfrm>
            <a:off x="1830070" y="4019791"/>
            <a:ext cx="9332301" cy="291463"/>
          </a:xfrm>
          <a:prstGeom prst="rect">
            <a:avLst/>
          </a:prstGeom>
          <a:noFill/>
          <a:ln/>
        </p:spPr>
        <p:txBody>
          <a:bodyPr wrap="none" lIns="0" tIns="0" rIns="0" bIns="0" rtlCol="0" anchor="t"/>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200"/>
              </a:lnSpc>
              <a:buSzPct val="100000"/>
              <a:buChar char="•"/>
            </a:pPr>
            <a:r>
              <a:rPr lang="en-US" sz="1400" dirty="0">
                <a:solidFill>
                  <a:srgbClr val="2C3249"/>
                </a:solidFill>
                <a:latin typeface="Martel Sans" pitchFamily="34" charset="0"/>
                <a:ea typeface="Martel Sans" pitchFamily="34" charset="-122"/>
                <a:cs typeface="Martel Sans" pitchFamily="34" charset="-120"/>
              </a:rPr>
              <a:t>Installation de Bind9</a:t>
            </a:r>
            <a:endParaRPr lang="en-US" sz="1400" dirty="0"/>
          </a:p>
        </p:txBody>
      </p:sp>
      <p:sp>
        <p:nvSpPr>
          <p:cNvPr id="13" name="Text 7">
            <a:extLst>
              <a:ext uri="{FF2B5EF4-FFF2-40B4-BE49-F238E27FC236}">
                <a16:creationId xmlns:a16="http://schemas.microsoft.com/office/drawing/2014/main" id="{8C42C00C-89DD-447E-B83F-5FA08C4A5FEA}"/>
              </a:ext>
            </a:extLst>
          </p:cNvPr>
          <p:cNvSpPr/>
          <p:nvPr/>
        </p:nvSpPr>
        <p:spPr>
          <a:xfrm>
            <a:off x="1830070" y="4287922"/>
            <a:ext cx="9488418" cy="246933"/>
          </a:xfrm>
          <a:prstGeom prst="rect">
            <a:avLst/>
          </a:prstGeom>
          <a:noFill/>
          <a:ln/>
        </p:spPr>
        <p:txBody>
          <a:bodyPr wrap="none" lIns="0" tIns="0" rIns="0" bIns="0" rtlCol="0" anchor="t"/>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200"/>
              </a:lnSpc>
              <a:buSzPct val="100000"/>
              <a:buChar char="•"/>
            </a:pPr>
            <a:r>
              <a:rPr lang="en-US" sz="1400" dirty="0">
                <a:solidFill>
                  <a:srgbClr val="2C3249"/>
                </a:solidFill>
                <a:latin typeface="Martel Sans" pitchFamily="34" charset="0"/>
                <a:ea typeface="Martel Sans" pitchFamily="34" charset="-122"/>
                <a:cs typeface="Martel Sans" pitchFamily="34" charset="-120"/>
              </a:rPr>
              <a:t>Configuration du transfert de zone sécurisé</a:t>
            </a:r>
            <a:endParaRPr lang="en-US" sz="1400" dirty="0"/>
          </a:p>
        </p:txBody>
      </p:sp>
      <p:sp>
        <p:nvSpPr>
          <p:cNvPr id="14" name="Text 8">
            <a:extLst>
              <a:ext uri="{FF2B5EF4-FFF2-40B4-BE49-F238E27FC236}">
                <a16:creationId xmlns:a16="http://schemas.microsoft.com/office/drawing/2014/main" id="{0C43E2FE-D206-4EFE-B4CD-C33942F740F7}"/>
              </a:ext>
            </a:extLst>
          </p:cNvPr>
          <p:cNvSpPr/>
          <p:nvPr/>
        </p:nvSpPr>
        <p:spPr>
          <a:xfrm>
            <a:off x="1830070" y="4584639"/>
            <a:ext cx="9332301" cy="284798"/>
          </a:xfrm>
          <a:prstGeom prst="rect">
            <a:avLst/>
          </a:prstGeom>
          <a:noFill/>
          <a:ln/>
        </p:spPr>
        <p:txBody>
          <a:bodyPr wrap="none" lIns="0" tIns="0" rIns="0" bIns="0" rtlCol="0" anchor="t"/>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200"/>
              </a:lnSpc>
              <a:buSzPct val="100000"/>
              <a:buChar char="•"/>
            </a:pPr>
            <a:r>
              <a:rPr lang="en-US" sz="1400" dirty="0">
                <a:solidFill>
                  <a:srgbClr val="2C3249"/>
                </a:solidFill>
                <a:latin typeface="Martel Sans" pitchFamily="34" charset="0"/>
                <a:ea typeface="Martel Sans" pitchFamily="34" charset="-122"/>
                <a:cs typeface="Martel Sans" pitchFamily="34" charset="-120"/>
              </a:rPr>
              <a:t>Déploiement des fichiers de zone</a:t>
            </a:r>
            <a:endParaRPr lang="en-US" sz="1400" dirty="0"/>
          </a:p>
        </p:txBody>
      </p:sp>
      <p:sp>
        <p:nvSpPr>
          <p:cNvPr id="15" name="Text 9">
            <a:extLst>
              <a:ext uri="{FF2B5EF4-FFF2-40B4-BE49-F238E27FC236}">
                <a16:creationId xmlns:a16="http://schemas.microsoft.com/office/drawing/2014/main" id="{825DE691-6741-4EA9-97B6-27D40E6E60AF}"/>
              </a:ext>
            </a:extLst>
          </p:cNvPr>
          <p:cNvSpPr/>
          <p:nvPr/>
        </p:nvSpPr>
        <p:spPr>
          <a:xfrm>
            <a:off x="1830070" y="4928019"/>
            <a:ext cx="9488418" cy="347067"/>
          </a:xfrm>
          <a:prstGeom prst="rect">
            <a:avLst/>
          </a:prstGeom>
          <a:noFill/>
          <a:ln/>
        </p:spPr>
        <p:txBody>
          <a:bodyPr wrap="none" lIns="0" tIns="0" rIns="0" bIns="0" rtlCol="0" anchor="t"/>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lnSpc>
                <a:spcPts val="2200"/>
              </a:lnSpc>
              <a:buSzPct val="100000"/>
              <a:buChar char="•"/>
            </a:pPr>
            <a:r>
              <a:rPr lang="en-US" sz="1400" dirty="0">
                <a:solidFill>
                  <a:srgbClr val="2C3249"/>
                </a:solidFill>
                <a:latin typeface="Martel Sans" pitchFamily="34" charset="0"/>
                <a:ea typeface="Martel Sans" pitchFamily="34" charset="-122"/>
                <a:cs typeface="Martel Sans" pitchFamily="34" charset="-120"/>
              </a:rPr>
              <a:t>Redémarrage du service Bind9</a:t>
            </a:r>
            <a:endParaRPr lang="en-US" sz="1400" dirty="0"/>
          </a:p>
        </p:txBody>
      </p:sp>
      <p:sp>
        <p:nvSpPr>
          <p:cNvPr id="16" name="ZoneTexte 15">
            <a:extLst>
              <a:ext uri="{FF2B5EF4-FFF2-40B4-BE49-F238E27FC236}">
                <a16:creationId xmlns:a16="http://schemas.microsoft.com/office/drawing/2014/main" id="{842C016E-E2C8-4E58-8E85-25257CCE382E}"/>
              </a:ext>
            </a:extLst>
          </p:cNvPr>
          <p:cNvSpPr txBox="1"/>
          <p:nvPr/>
        </p:nvSpPr>
        <p:spPr>
          <a:xfrm>
            <a:off x="673140" y="519203"/>
            <a:ext cx="7961971" cy="400110"/>
          </a:xfrm>
          <a:prstGeom prst="rect">
            <a:avLst/>
          </a:prstGeom>
          <a:noFill/>
        </p:spPr>
        <p:txBody>
          <a:bodyPr wrap="square" rtlCol="0">
            <a:spAutoFit/>
          </a:bodyPr>
          <a:lstStyle/>
          <a:p>
            <a:r>
              <a:rPr lang="fr-FR" sz="2000" b="1" dirty="0"/>
              <a:t>Comment se déroule l’automatisation avec Ansible ?</a:t>
            </a:r>
          </a:p>
        </p:txBody>
      </p:sp>
      <p:sp>
        <p:nvSpPr>
          <p:cNvPr id="17" name="Espace réservé du numéro de diapositive 16">
            <a:extLst>
              <a:ext uri="{FF2B5EF4-FFF2-40B4-BE49-F238E27FC236}">
                <a16:creationId xmlns:a16="http://schemas.microsoft.com/office/drawing/2014/main" id="{05886EFB-7C5A-4194-B70B-F790DEF27073}"/>
              </a:ext>
            </a:extLst>
          </p:cNvPr>
          <p:cNvSpPr>
            <a:spLocks noGrp="1"/>
          </p:cNvSpPr>
          <p:nvPr>
            <p:ph type="sldNum" sz="quarter" idx="12"/>
          </p:nvPr>
        </p:nvSpPr>
        <p:spPr/>
        <p:txBody>
          <a:bodyPr/>
          <a:lstStyle/>
          <a:p>
            <a:fld id="{E6DE1272-AAF5-4641-8632-E3BD682AB88B}" type="slidenum">
              <a:rPr lang="fr-FR" smtClean="0"/>
              <a:t>7</a:t>
            </a:fld>
            <a:endParaRPr lang="fr-FR" dirty="0"/>
          </a:p>
        </p:txBody>
      </p:sp>
    </p:spTree>
    <p:extLst>
      <p:ext uri="{BB962C8B-B14F-4D97-AF65-F5344CB8AC3E}">
        <p14:creationId xmlns:p14="http://schemas.microsoft.com/office/powerpoint/2010/main" val="39339072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D8EB8EBE-0B20-4354-BAE7-A3FF28913C9D}"/>
              </a:ext>
            </a:extLst>
          </p:cNvPr>
          <p:cNvSpPr/>
          <p:nvPr/>
        </p:nvSpPr>
        <p:spPr>
          <a:xfrm>
            <a:off x="5127217" y="127387"/>
            <a:ext cx="6878317" cy="1133078"/>
          </a:xfrm>
          <a:prstGeom prst="rect">
            <a:avLst/>
          </a:prstGeom>
          <a:noFill/>
          <a:ln/>
        </p:spPr>
        <p:txBody>
          <a:bodyPr wrap="square" lIns="0" tIns="0" rIns="0" bIns="0" rtlCol="0" anchor="t"/>
          <a:lstStyle/>
          <a:p>
            <a:pPr marL="0" indent="0" algn="l">
              <a:lnSpc>
                <a:spcPts val="5350"/>
              </a:lnSpc>
              <a:buNone/>
            </a:pPr>
            <a:r>
              <a:rPr lang="en-US" sz="4250" b="1" dirty="0">
                <a:solidFill>
                  <a:srgbClr val="0070C0"/>
                </a:solidFill>
                <a:latin typeface="+mj-lt"/>
                <a:ea typeface="Kanit Light" pitchFamily="34" charset="-122"/>
                <a:cs typeface="Kanit Light" pitchFamily="34" charset="-120"/>
              </a:rPr>
              <a:t>Architecture HA avec Deux Serveurs Bind9</a:t>
            </a:r>
            <a:endParaRPr lang="en-US" sz="4250" b="1" dirty="0">
              <a:solidFill>
                <a:srgbClr val="0070C0"/>
              </a:solidFill>
              <a:latin typeface="+mj-lt"/>
            </a:endParaRPr>
          </a:p>
        </p:txBody>
      </p:sp>
      <p:sp>
        <p:nvSpPr>
          <p:cNvPr id="6" name="Shape 1">
            <a:extLst>
              <a:ext uri="{FF2B5EF4-FFF2-40B4-BE49-F238E27FC236}">
                <a16:creationId xmlns:a16="http://schemas.microsoft.com/office/drawing/2014/main" id="{D7B704D4-BCA0-404C-AF8D-934B417AEB20}"/>
              </a:ext>
            </a:extLst>
          </p:cNvPr>
          <p:cNvSpPr/>
          <p:nvPr/>
        </p:nvSpPr>
        <p:spPr>
          <a:xfrm>
            <a:off x="5606534" y="1807364"/>
            <a:ext cx="489466" cy="407888"/>
          </a:xfrm>
          <a:prstGeom prst="roundRect">
            <a:avLst>
              <a:gd name="adj" fmla="val 18668"/>
            </a:avLst>
          </a:prstGeom>
          <a:solidFill>
            <a:srgbClr val="DFECE9"/>
          </a:solidFill>
          <a:ln w="7620">
            <a:solidFill>
              <a:srgbClr val="C5D2CF"/>
            </a:solidFill>
            <a:prstDash val="solid"/>
          </a:ln>
        </p:spPr>
      </p:sp>
      <p:sp>
        <p:nvSpPr>
          <p:cNvPr id="7" name="Text 2">
            <a:extLst>
              <a:ext uri="{FF2B5EF4-FFF2-40B4-BE49-F238E27FC236}">
                <a16:creationId xmlns:a16="http://schemas.microsoft.com/office/drawing/2014/main" id="{6F75B8F5-510F-421F-B5D7-350C677B16BE}"/>
              </a:ext>
            </a:extLst>
          </p:cNvPr>
          <p:cNvSpPr/>
          <p:nvPr/>
        </p:nvSpPr>
        <p:spPr>
          <a:xfrm>
            <a:off x="6416916" y="1728038"/>
            <a:ext cx="2967633" cy="566539"/>
          </a:xfrm>
          <a:prstGeom prst="rect">
            <a:avLst/>
          </a:prstGeom>
          <a:noFill/>
          <a:ln/>
        </p:spPr>
        <p:txBody>
          <a:bodyPr wrap="square" lIns="0" tIns="0" rIns="0" bIns="0" rtlCol="0" anchor="t"/>
          <a:lstStyle/>
          <a:p>
            <a:pPr marL="0" indent="0" algn="l">
              <a:lnSpc>
                <a:spcPts val="2650"/>
              </a:lnSpc>
              <a:buNone/>
            </a:pPr>
            <a:r>
              <a:rPr lang="en-US" sz="2100" dirty="0">
                <a:solidFill>
                  <a:srgbClr val="2C3249"/>
                </a:solidFill>
                <a:latin typeface="Kanit Light" pitchFamily="34" charset="0"/>
                <a:ea typeface="Kanit Light" pitchFamily="34" charset="-122"/>
                <a:cs typeface="Kanit Light" pitchFamily="34" charset="-120"/>
              </a:rPr>
              <a:t>Deux serveurs DNS principaux</a:t>
            </a:r>
            <a:endParaRPr lang="en-US" sz="2100" dirty="0"/>
          </a:p>
        </p:txBody>
      </p:sp>
      <p:sp>
        <p:nvSpPr>
          <p:cNvPr id="8" name="Text 3">
            <a:extLst>
              <a:ext uri="{FF2B5EF4-FFF2-40B4-BE49-F238E27FC236}">
                <a16:creationId xmlns:a16="http://schemas.microsoft.com/office/drawing/2014/main" id="{E8E3936F-81B6-4F50-A45D-98F333068005}"/>
              </a:ext>
            </a:extLst>
          </p:cNvPr>
          <p:cNvSpPr/>
          <p:nvPr/>
        </p:nvSpPr>
        <p:spPr>
          <a:xfrm>
            <a:off x="6416915" y="2487957"/>
            <a:ext cx="4317760" cy="2030115"/>
          </a:xfrm>
          <a:prstGeom prst="rect">
            <a:avLst/>
          </a:prstGeom>
          <a:noFill/>
          <a:ln/>
        </p:spPr>
        <p:txBody>
          <a:bodyPr wrap="square" lIns="0" tIns="0" rIns="0" bIns="0" rtlCol="0" anchor="t"/>
          <a:lstStyle/>
          <a:p>
            <a:pPr marL="0" indent="0" algn="l">
              <a:lnSpc>
                <a:spcPts val="2700"/>
              </a:lnSpc>
              <a:buNone/>
            </a:pPr>
            <a:r>
              <a:rPr lang="en-US" sz="1700" dirty="0">
                <a:solidFill>
                  <a:srgbClr val="2C3249"/>
                </a:solidFill>
                <a:latin typeface="Martel Sans" pitchFamily="34" charset="0"/>
                <a:ea typeface="Martel Sans" pitchFamily="34" charset="-122"/>
                <a:cs typeface="Martel Sans" pitchFamily="34" charset="-120"/>
              </a:rPr>
              <a:t>Chaque serveur Bind9 joue un rôle distinct : un primaire qui gère les mises à jour de zones et un secondaire qui reçoit les transferts de zones pour assurer la redondance.</a:t>
            </a:r>
            <a:endParaRPr lang="en-US" sz="1700" dirty="0"/>
          </a:p>
        </p:txBody>
      </p:sp>
      <p:sp>
        <p:nvSpPr>
          <p:cNvPr id="9" name="Shape 7">
            <a:extLst>
              <a:ext uri="{FF2B5EF4-FFF2-40B4-BE49-F238E27FC236}">
                <a16:creationId xmlns:a16="http://schemas.microsoft.com/office/drawing/2014/main" id="{083655E2-09EF-4146-86D1-8B79C1C7EB04}"/>
              </a:ext>
            </a:extLst>
          </p:cNvPr>
          <p:cNvSpPr/>
          <p:nvPr/>
        </p:nvSpPr>
        <p:spPr>
          <a:xfrm>
            <a:off x="5606534" y="4518072"/>
            <a:ext cx="489466" cy="407888"/>
          </a:xfrm>
          <a:prstGeom prst="roundRect">
            <a:avLst>
              <a:gd name="adj" fmla="val 18668"/>
            </a:avLst>
          </a:prstGeom>
          <a:solidFill>
            <a:srgbClr val="DFECE9"/>
          </a:solidFill>
          <a:ln w="7620">
            <a:solidFill>
              <a:srgbClr val="C5D2CF"/>
            </a:solidFill>
            <a:prstDash val="solid"/>
          </a:ln>
        </p:spPr>
      </p:sp>
      <p:sp>
        <p:nvSpPr>
          <p:cNvPr id="10" name="Text 8">
            <a:extLst>
              <a:ext uri="{FF2B5EF4-FFF2-40B4-BE49-F238E27FC236}">
                <a16:creationId xmlns:a16="http://schemas.microsoft.com/office/drawing/2014/main" id="{520E6BA7-EFAF-4A77-A55F-2EFD82A16648}"/>
              </a:ext>
            </a:extLst>
          </p:cNvPr>
          <p:cNvSpPr/>
          <p:nvPr/>
        </p:nvSpPr>
        <p:spPr>
          <a:xfrm>
            <a:off x="6416915" y="4580381"/>
            <a:ext cx="4480203" cy="283269"/>
          </a:xfrm>
          <a:prstGeom prst="rect">
            <a:avLst/>
          </a:prstGeom>
          <a:noFill/>
          <a:ln/>
        </p:spPr>
        <p:txBody>
          <a:bodyPr wrap="none" lIns="0" tIns="0" rIns="0" bIns="0" rtlCol="0" anchor="t"/>
          <a:lstStyle/>
          <a:p>
            <a:pPr marL="0" indent="0" algn="l">
              <a:lnSpc>
                <a:spcPts val="2650"/>
              </a:lnSpc>
              <a:buNone/>
            </a:pPr>
            <a:r>
              <a:rPr lang="en-US" sz="2100" dirty="0">
                <a:solidFill>
                  <a:srgbClr val="2C3249"/>
                </a:solidFill>
                <a:latin typeface="Kanit Light" pitchFamily="34" charset="0"/>
                <a:ea typeface="Kanit Light" pitchFamily="34" charset="-122"/>
                <a:cs typeface="Kanit Light" pitchFamily="34" charset="-120"/>
              </a:rPr>
              <a:t>Équilibrage de charge et basculement</a:t>
            </a:r>
            <a:endParaRPr lang="en-US" sz="2100" dirty="0"/>
          </a:p>
        </p:txBody>
      </p:sp>
      <p:sp>
        <p:nvSpPr>
          <p:cNvPr id="11" name="Text 9">
            <a:extLst>
              <a:ext uri="{FF2B5EF4-FFF2-40B4-BE49-F238E27FC236}">
                <a16:creationId xmlns:a16="http://schemas.microsoft.com/office/drawing/2014/main" id="{9C1BD9E2-8849-4A25-A652-58596F103DCD}"/>
              </a:ext>
            </a:extLst>
          </p:cNvPr>
          <p:cNvSpPr/>
          <p:nvPr/>
        </p:nvSpPr>
        <p:spPr>
          <a:xfrm>
            <a:off x="6416915" y="5076767"/>
            <a:ext cx="5486400" cy="870049"/>
          </a:xfrm>
          <a:prstGeom prst="rect">
            <a:avLst/>
          </a:prstGeom>
          <a:noFill/>
          <a:ln/>
        </p:spPr>
        <p:txBody>
          <a:bodyPr wrap="square" lIns="0" tIns="0" rIns="0" bIns="0" rtlCol="0" anchor="t"/>
          <a:lstStyle/>
          <a:p>
            <a:pPr marL="0" indent="0" algn="l">
              <a:lnSpc>
                <a:spcPts val="2700"/>
              </a:lnSpc>
              <a:buNone/>
            </a:pPr>
            <a:r>
              <a:rPr lang="en-US" sz="1700" dirty="0">
                <a:solidFill>
                  <a:srgbClr val="2C3249"/>
                </a:solidFill>
                <a:latin typeface="Martel Sans" pitchFamily="34" charset="0"/>
                <a:ea typeface="Martel Sans" pitchFamily="34" charset="-122"/>
                <a:cs typeface="Martel Sans" pitchFamily="34" charset="-120"/>
              </a:rPr>
              <a:t>Cette architecture permet un basculement automatique rapide en cas de panne du serveur primaire, assurant ainsi la continuité du service DNS.</a:t>
            </a:r>
            <a:endParaRPr lang="en-US" sz="1700" dirty="0"/>
          </a:p>
        </p:txBody>
      </p:sp>
      <p:pic>
        <p:nvPicPr>
          <p:cNvPr id="3" name="Image 2">
            <a:extLst>
              <a:ext uri="{FF2B5EF4-FFF2-40B4-BE49-F238E27FC236}">
                <a16:creationId xmlns:a16="http://schemas.microsoft.com/office/drawing/2014/main" id="{28C5640E-2B2A-4340-951E-ECDD1E7235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827" y="0"/>
            <a:ext cx="4906537" cy="6858000"/>
          </a:xfrm>
          <a:prstGeom prst="rect">
            <a:avLst/>
          </a:prstGeom>
        </p:spPr>
      </p:pic>
      <p:sp>
        <p:nvSpPr>
          <p:cNvPr id="12" name="Espace réservé du numéro de diapositive 11">
            <a:extLst>
              <a:ext uri="{FF2B5EF4-FFF2-40B4-BE49-F238E27FC236}">
                <a16:creationId xmlns:a16="http://schemas.microsoft.com/office/drawing/2014/main" id="{39A71CC0-C821-4822-9D69-46FBD013A47E}"/>
              </a:ext>
            </a:extLst>
          </p:cNvPr>
          <p:cNvSpPr>
            <a:spLocks noGrp="1"/>
          </p:cNvSpPr>
          <p:nvPr>
            <p:ph type="sldNum" sz="quarter" idx="12"/>
          </p:nvPr>
        </p:nvSpPr>
        <p:spPr/>
        <p:txBody>
          <a:bodyPr/>
          <a:lstStyle/>
          <a:p>
            <a:fld id="{E6DE1272-AAF5-4641-8632-E3BD682AB88B}" type="slidenum">
              <a:rPr lang="fr-FR" smtClean="0"/>
              <a:t>8</a:t>
            </a:fld>
            <a:endParaRPr lang="fr-FR" dirty="0"/>
          </a:p>
        </p:txBody>
      </p:sp>
    </p:spTree>
    <p:extLst>
      <p:ext uri="{BB962C8B-B14F-4D97-AF65-F5344CB8AC3E}">
        <p14:creationId xmlns:p14="http://schemas.microsoft.com/office/powerpoint/2010/main" val="1491851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3E496376-0786-4A05-B09F-E15007E37095}"/>
              </a:ext>
            </a:extLst>
          </p:cNvPr>
          <p:cNvPicPr>
            <a:picLocks noChangeAspect="1"/>
          </p:cNvPicPr>
          <p:nvPr/>
        </p:nvPicPr>
        <p:blipFill>
          <a:blip r:embed="rId3"/>
          <a:stretch>
            <a:fillRect/>
          </a:stretch>
        </p:blipFill>
        <p:spPr>
          <a:xfrm>
            <a:off x="10510220" y="0"/>
            <a:ext cx="1681779" cy="6858000"/>
          </a:xfrm>
          <a:prstGeom prst="rect">
            <a:avLst/>
          </a:prstGeom>
        </p:spPr>
      </p:pic>
      <p:pic>
        <p:nvPicPr>
          <p:cNvPr id="16" name="Image 15">
            <a:extLst>
              <a:ext uri="{FF2B5EF4-FFF2-40B4-BE49-F238E27FC236}">
                <a16:creationId xmlns:a16="http://schemas.microsoft.com/office/drawing/2014/main" id="{4ADECB24-D67C-421C-B5AB-1A90BB9141FA}"/>
              </a:ext>
            </a:extLst>
          </p:cNvPr>
          <p:cNvPicPr>
            <a:picLocks noChangeAspect="1"/>
          </p:cNvPicPr>
          <p:nvPr/>
        </p:nvPicPr>
        <p:blipFill>
          <a:blip r:embed="rId4"/>
          <a:stretch>
            <a:fillRect/>
          </a:stretch>
        </p:blipFill>
        <p:spPr>
          <a:xfrm>
            <a:off x="796067" y="520409"/>
            <a:ext cx="9057938" cy="5817182"/>
          </a:xfrm>
          <a:prstGeom prst="rect">
            <a:avLst/>
          </a:prstGeom>
        </p:spPr>
      </p:pic>
      <p:sp>
        <p:nvSpPr>
          <p:cNvPr id="2" name="Espace réservé du numéro de diapositive 1">
            <a:extLst>
              <a:ext uri="{FF2B5EF4-FFF2-40B4-BE49-F238E27FC236}">
                <a16:creationId xmlns:a16="http://schemas.microsoft.com/office/drawing/2014/main" id="{702C9542-B9B3-4550-B176-27C51EC50FAD}"/>
              </a:ext>
            </a:extLst>
          </p:cNvPr>
          <p:cNvSpPr>
            <a:spLocks noGrp="1"/>
          </p:cNvSpPr>
          <p:nvPr>
            <p:ph type="sldNum" sz="quarter" idx="12"/>
          </p:nvPr>
        </p:nvSpPr>
        <p:spPr/>
        <p:txBody>
          <a:bodyPr/>
          <a:lstStyle/>
          <a:p>
            <a:fld id="{E6DE1272-AAF5-4641-8632-E3BD682AB88B}" type="slidenum">
              <a:rPr lang="fr-FR" smtClean="0"/>
              <a:t>9</a:t>
            </a:fld>
            <a:endParaRPr lang="fr-FR" dirty="0"/>
          </a:p>
        </p:txBody>
      </p:sp>
    </p:spTree>
    <p:extLst>
      <p:ext uri="{BB962C8B-B14F-4D97-AF65-F5344CB8AC3E}">
        <p14:creationId xmlns:p14="http://schemas.microsoft.com/office/powerpoint/2010/main" val="21218347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459528EE-0DFD-4E98-8096-7272FF9686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9634" y="1042639"/>
            <a:ext cx="4772722" cy="4772722"/>
          </a:xfrm>
          <a:prstGeom prst="rect">
            <a:avLst/>
          </a:prstGeom>
        </p:spPr>
      </p:pic>
      <p:sp>
        <p:nvSpPr>
          <p:cNvPr id="6" name="ZoneTexte 5">
            <a:extLst>
              <a:ext uri="{FF2B5EF4-FFF2-40B4-BE49-F238E27FC236}">
                <a16:creationId xmlns:a16="http://schemas.microsoft.com/office/drawing/2014/main" id="{AA5BACDF-5C8D-4247-BE3D-ED5D11901724}"/>
              </a:ext>
            </a:extLst>
          </p:cNvPr>
          <p:cNvSpPr txBox="1"/>
          <p:nvPr/>
        </p:nvSpPr>
        <p:spPr>
          <a:xfrm>
            <a:off x="2553629" y="2865863"/>
            <a:ext cx="4092498" cy="830997"/>
          </a:xfrm>
          <a:prstGeom prst="rect">
            <a:avLst/>
          </a:prstGeom>
          <a:noFill/>
        </p:spPr>
        <p:txBody>
          <a:bodyPr wrap="square" rtlCol="0">
            <a:spAutoFit/>
          </a:bodyPr>
          <a:lstStyle/>
          <a:p>
            <a:r>
              <a:rPr lang="fr-FR" sz="4800" b="1" dirty="0">
                <a:solidFill>
                  <a:schemeClr val="accent1">
                    <a:lumMod val="75000"/>
                  </a:schemeClr>
                </a:solidFill>
              </a:rPr>
              <a:t>Mise en œuvre </a:t>
            </a:r>
          </a:p>
        </p:txBody>
      </p:sp>
      <p:sp>
        <p:nvSpPr>
          <p:cNvPr id="7" name="Espace réservé du numéro de diapositive 6">
            <a:extLst>
              <a:ext uri="{FF2B5EF4-FFF2-40B4-BE49-F238E27FC236}">
                <a16:creationId xmlns:a16="http://schemas.microsoft.com/office/drawing/2014/main" id="{5DB75BF5-ADE4-4FE4-A35C-773ADE1A1157}"/>
              </a:ext>
            </a:extLst>
          </p:cNvPr>
          <p:cNvSpPr>
            <a:spLocks noGrp="1"/>
          </p:cNvSpPr>
          <p:nvPr>
            <p:ph type="sldNum" sz="quarter" idx="12"/>
          </p:nvPr>
        </p:nvSpPr>
        <p:spPr/>
        <p:txBody>
          <a:bodyPr/>
          <a:lstStyle/>
          <a:p>
            <a:fld id="{E6DE1272-AAF5-4641-8632-E3BD682AB88B}" type="slidenum">
              <a:rPr lang="fr-FR" smtClean="0"/>
              <a:t>10</a:t>
            </a:fld>
            <a:endParaRPr lang="fr-FR" dirty="0"/>
          </a:p>
        </p:txBody>
      </p:sp>
    </p:spTree>
    <p:extLst>
      <p:ext uri="{BB962C8B-B14F-4D97-AF65-F5344CB8AC3E}">
        <p14:creationId xmlns:p14="http://schemas.microsoft.com/office/powerpoint/2010/main" val="144218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B5595D04-10AD-4613-99B8-E992B7322A20}"/>
              </a:ext>
            </a:extLst>
          </p:cNvPr>
          <p:cNvSpPr>
            <a:spLocks noGrp="1"/>
          </p:cNvSpPr>
          <p:nvPr>
            <p:ph type="title"/>
          </p:nvPr>
        </p:nvSpPr>
        <p:spPr>
          <a:xfrm>
            <a:off x="4800600" y="496886"/>
            <a:ext cx="8229600" cy="1143000"/>
          </a:xfrm>
        </p:spPr>
        <p:txBody>
          <a:bodyPr/>
          <a:lstStyle/>
          <a:p>
            <a:r>
              <a:rPr lang="fr-FR" dirty="0">
                <a:latin typeface="+mn-lt"/>
              </a:rPr>
              <a:t>Préparation des Machines</a:t>
            </a:r>
            <a:endParaRPr dirty="0">
              <a:latin typeface="+mn-lt"/>
            </a:endParaRPr>
          </a:p>
        </p:txBody>
      </p:sp>
      <p:sp>
        <p:nvSpPr>
          <p:cNvPr id="7" name="Content Placeholder 2">
            <a:extLst>
              <a:ext uri="{FF2B5EF4-FFF2-40B4-BE49-F238E27FC236}">
                <a16:creationId xmlns:a16="http://schemas.microsoft.com/office/drawing/2014/main" id="{3DE3363A-5807-49EC-B685-70B033C1B574}"/>
              </a:ext>
            </a:extLst>
          </p:cNvPr>
          <p:cNvSpPr>
            <a:spLocks noGrp="1"/>
          </p:cNvSpPr>
          <p:nvPr>
            <p:ph idx="1"/>
          </p:nvPr>
        </p:nvSpPr>
        <p:spPr>
          <a:xfrm>
            <a:off x="4800600" y="2105023"/>
            <a:ext cx="6610350" cy="4525963"/>
          </a:xfrm>
        </p:spPr>
        <p:txBody>
          <a:bodyPr/>
          <a:lstStyle/>
          <a:p>
            <a:pPr marL="0" indent="0">
              <a:buNone/>
            </a:pPr>
            <a:r>
              <a:rPr lang="fr-FR" dirty="0">
                <a:latin typeface="Times New Roman" panose="02020603050405020304" pitchFamily="18" charset="0"/>
                <a:cs typeface="Times New Roman" panose="02020603050405020304" pitchFamily="18" charset="0"/>
              </a:rPr>
              <a:t>- Configuration réseau statique (interfaces)</a:t>
            </a:r>
          </a:p>
          <a:p>
            <a:pPr marL="0" indent="0">
              <a:buNone/>
            </a:pPr>
            <a:r>
              <a:rPr lang="fr-FR" dirty="0">
                <a:latin typeface="Times New Roman" panose="02020603050405020304" pitchFamily="18" charset="0"/>
                <a:cs typeface="Times New Roman" panose="02020603050405020304" pitchFamily="18" charset="0"/>
              </a:rPr>
              <a:t>- Connexion SSH </a:t>
            </a:r>
          </a:p>
          <a:p>
            <a:pPr marL="0" indent="0">
              <a:buNone/>
            </a:pPr>
            <a:r>
              <a:rPr lang="fr-FR" dirty="0">
                <a:latin typeface="Times New Roman" panose="02020603050405020304" pitchFamily="18" charset="0"/>
                <a:cs typeface="Times New Roman" panose="02020603050405020304" pitchFamily="18" charset="0"/>
              </a:rPr>
              <a:t>- Vérification de la connectivité</a:t>
            </a:r>
          </a:p>
          <a:p>
            <a:pPr marL="0" indent="0">
              <a:buNone/>
            </a:pPr>
            <a:r>
              <a:rPr lang="fr-FR" dirty="0">
                <a:latin typeface="Times New Roman" panose="02020603050405020304" pitchFamily="18" charset="0"/>
                <a:cs typeface="Times New Roman" panose="02020603050405020304" pitchFamily="18" charset="0"/>
              </a:rPr>
              <a:t>- Mise à jour des paquets</a:t>
            </a:r>
          </a:p>
          <a:p>
            <a:pPr marL="0" indent="0">
              <a:buNone/>
            </a:pPr>
            <a:endParaRPr dirty="0">
              <a:latin typeface="Times New Roman" panose="02020603050405020304" pitchFamily="18" charset="0"/>
              <a:cs typeface="Times New Roman" panose="02020603050405020304" pitchFamily="18" charset="0"/>
            </a:endParaRPr>
          </a:p>
        </p:txBody>
      </p:sp>
      <p:pic>
        <p:nvPicPr>
          <p:cNvPr id="9" name="Image 8">
            <a:extLst>
              <a:ext uri="{FF2B5EF4-FFF2-40B4-BE49-F238E27FC236}">
                <a16:creationId xmlns:a16="http://schemas.microsoft.com/office/drawing/2014/main" id="{0ABD735A-1485-4159-BF25-61C372EAF140}"/>
              </a:ext>
            </a:extLst>
          </p:cNvPr>
          <p:cNvPicPr>
            <a:picLocks noChangeAspect="1"/>
          </p:cNvPicPr>
          <p:nvPr/>
        </p:nvPicPr>
        <p:blipFill>
          <a:blip r:embed="rId2"/>
          <a:stretch>
            <a:fillRect/>
          </a:stretch>
        </p:blipFill>
        <p:spPr>
          <a:xfrm>
            <a:off x="0" y="0"/>
            <a:ext cx="4572001" cy="6858000"/>
          </a:xfrm>
          <a:prstGeom prst="rect">
            <a:avLst/>
          </a:prstGeom>
        </p:spPr>
      </p:pic>
      <p:sp>
        <p:nvSpPr>
          <p:cNvPr id="2" name="Espace réservé du numéro de diapositive 1">
            <a:extLst>
              <a:ext uri="{FF2B5EF4-FFF2-40B4-BE49-F238E27FC236}">
                <a16:creationId xmlns:a16="http://schemas.microsoft.com/office/drawing/2014/main" id="{21F37710-FBBC-4B01-B1AB-1A1BA630C2B8}"/>
              </a:ext>
            </a:extLst>
          </p:cNvPr>
          <p:cNvSpPr>
            <a:spLocks noGrp="1"/>
          </p:cNvSpPr>
          <p:nvPr>
            <p:ph type="sldNum" sz="quarter" idx="12"/>
          </p:nvPr>
        </p:nvSpPr>
        <p:spPr/>
        <p:txBody>
          <a:bodyPr/>
          <a:lstStyle/>
          <a:p>
            <a:fld id="{E6DE1272-AAF5-4641-8632-E3BD682AB88B}" type="slidenum">
              <a:rPr lang="fr-FR" smtClean="0"/>
              <a:t>11</a:t>
            </a:fld>
            <a:endParaRPr lang="fr-FR" dirty="0"/>
          </a:p>
        </p:txBody>
      </p:sp>
    </p:spTree>
    <p:extLst>
      <p:ext uri="{BB962C8B-B14F-4D97-AF65-F5344CB8AC3E}">
        <p14:creationId xmlns:p14="http://schemas.microsoft.com/office/powerpoint/2010/main" val="22963648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202D2C-03CA-48DA-B7BE-F28CBCA15564}"/>
              </a:ext>
            </a:extLst>
          </p:cNvPr>
          <p:cNvSpPr>
            <a:spLocks noGrp="1"/>
          </p:cNvSpPr>
          <p:nvPr>
            <p:ph type="title"/>
          </p:nvPr>
        </p:nvSpPr>
        <p:spPr>
          <a:xfrm>
            <a:off x="746760" y="1127125"/>
            <a:ext cx="10515600" cy="1325563"/>
          </a:xfrm>
        </p:spPr>
        <p:txBody>
          <a:bodyPr/>
          <a:lstStyle/>
          <a:p>
            <a:pPr algn="ctr"/>
            <a:r>
              <a:rPr lang="fr-FR" b="1" dirty="0">
                <a:solidFill>
                  <a:srgbClr val="0070C0"/>
                </a:solidFill>
              </a:rPr>
              <a:t>Conclusion</a:t>
            </a:r>
          </a:p>
        </p:txBody>
      </p:sp>
      <p:sp>
        <p:nvSpPr>
          <p:cNvPr id="4" name="ZoneTexte 3">
            <a:extLst>
              <a:ext uri="{FF2B5EF4-FFF2-40B4-BE49-F238E27FC236}">
                <a16:creationId xmlns:a16="http://schemas.microsoft.com/office/drawing/2014/main" id="{6D83D3C4-06EB-4672-8663-20F3BBC71A83}"/>
              </a:ext>
            </a:extLst>
          </p:cNvPr>
          <p:cNvSpPr txBox="1"/>
          <p:nvPr/>
        </p:nvSpPr>
        <p:spPr>
          <a:xfrm>
            <a:off x="1087120" y="2987040"/>
            <a:ext cx="9448800" cy="1754326"/>
          </a:xfrm>
          <a:prstGeom prst="rect">
            <a:avLst/>
          </a:prstGeom>
          <a:noFill/>
        </p:spPr>
        <p:txBody>
          <a:bodyPr wrap="square" rtlCol="0">
            <a:spAutoFit/>
          </a:bodyPr>
          <a:lstStyle/>
          <a:p>
            <a:r>
              <a:rPr lang="fr-FR" dirty="0">
                <a:latin typeface="Times New Roman" panose="02020603050405020304" pitchFamily="18" charset="0"/>
                <a:cs typeface="Times New Roman" panose="02020603050405020304" pitchFamily="18" charset="0"/>
              </a:rPr>
              <a:t>Ce projet a permis de mettre en place une architecture DNS hautement disponible combinant </a:t>
            </a:r>
            <a:r>
              <a:rPr lang="fr-FR" b="1" dirty="0">
                <a:latin typeface="Times New Roman" panose="02020603050405020304" pitchFamily="18" charset="0"/>
                <a:cs typeface="Times New Roman" panose="02020603050405020304" pitchFamily="18" charset="0"/>
              </a:rPr>
              <a:t>Bind9</a:t>
            </a:r>
            <a:r>
              <a:rPr lang="fr-FR" dirty="0">
                <a:latin typeface="Times New Roman" panose="02020603050405020304" pitchFamily="18" charset="0"/>
                <a:cs typeface="Times New Roman" panose="02020603050405020304" pitchFamily="18" charset="0"/>
              </a:rPr>
              <a:t> et </a:t>
            </a:r>
            <a:r>
              <a:rPr lang="fr-FR" b="1" dirty="0">
                <a:latin typeface="Times New Roman" panose="02020603050405020304" pitchFamily="18" charset="0"/>
                <a:cs typeface="Times New Roman" panose="02020603050405020304" pitchFamily="18" charset="0"/>
              </a:rPr>
              <a:t>Ansible</a:t>
            </a:r>
            <a:r>
              <a:rPr lang="fr-FR" dirty="0">
                <a:latin typeface="Times New Roman" panose="02020603050405020304" pitchFamily="18" charset="0"/>
                <a:cs typeface="Times New Roman" panose="02020603050405020304" pitchFamily="18" charset="0"/>
              </a:rPr>
              <a:t>. Grâce à cette solution, la </a:t>
            </a:r>
            <a:r>
              <a:rPr lang="fr-FR" b="1" dirty="0">
                <a:latin typeface="Times New Roman" panose="02020603050405020304" pitchFamily="18" charset="0"/>
                <a:cs typeface="Times New Roman" panose="02020603050405020304" pitchFamily="18" charset="0"/>
              </a:rPr>
              <a:t>continuité du service DNS est assurée automatiquement</a:t>
            </a:r>
            <a:r>
              <a:rPr lang="fr-FR" dirty="0">
                <a:latin typeface="Times New Roman" panose="02020603050405020304" pitchFamily="18" charset="0"/>
                <a:cs typeface="Times New Roman" panose="02020603050405020304" pitchFamily="18" charset="0"/>
              </a:rPr>
              <a:t>, même en cas de panne du serveur principal. L’utilisation d’Ansible a permis un </a:t>
            </a:r>
            <a:r>
              <a:rPr lang="fr-FR" b="1" dirty="0">
                <a:latin typeface="Times New Roman" panose="02020603050405020304" pitchFamily="18" charset="0"/>
                <a:cs typeface="Times New Roman" panose="02020603050405020304" pitchFamily="18" charset="0"/>
              </a:rPr>
              <a:t>déploiement automatisé, fiable et reproductible</a:t>
            </a:r>
            <a:r>
              <a:rPr lang="fr-FR" dirty="0">
                <a:latin typeface="Times New Roman" panose="02020603050405020304" pitchFamily="18" charset="0"/>
                <a:cs typeface="Times New Roman" panose="02020603050405020304" pitchFamily="18" charset="0"/>
              </a:rPr>
              <a:t>, renforçant la cohérence de la configuration sur l’ensemble des nœuds. Ce travail démontre l’efficacité de l’automatisation et de la haute disponibilité dans la gestion des services critiques en environnement réseau.</a:t>
            </a:r>
          </a:p>
        </p:txBody>
      </p:sp>
      <p:sp>
        <p:nvSpPr>
          <p:cNvPr id="3" name="Espace réservé du numéro de diapositive 2">
            <a:extLst>
              <a:ext uri="{FF2B5EF4-FFF2-40B4-BE49-F238E27FC236}">
                <a16:creationId xmlns:a16="http://schemas.microsoft.com/office/drawing/2014/main" id="{7CE1DAD3-6615-44DC-B8CC-4ABF50688BBF}"/>
              </a:ext>
            </a:extLst>
          </p:cNvPr>
          <p:cNvSpPr>
            <a:spLocks noGrp="1"/>
          </p:cNvSpPr>
          <p:nvPr>
            <p:ph type="sldNum" sz="quarter" idx="12"/>
          </p:nvPr>
        </p:nvSpPr>
        <p:spPr/>
        <p:txBody>
          <a:bodyPr/>
          <a:lstStyle/>
          <a:p>
            <a:fld id="{E6DE1272-AAF5-4641-8632-E3BD682AB88B}" type="slidenum">
              <a:rPr lang="fr-FR" smtClean="0"/>
              <a:t>12</a:t>
            </a:fld>
            <a:endParaRPr lang="fr-FR" dirty="0"/>
          </a:p>
        </p:txBody>
      </p:sp>
    </p:spTree>
    <p:extLst>
      <p:ext uri="{BB962C8B-B14F-4D97-AF65-F5344CB8AC3E}">
        <p14:creationId xmlns:p14="http://schemas.microsoft.com/office/powerpoint/2010/main" val="1038210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46CE1B75-25A3-41A7-A181-A9271A5F74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0"/>
            <a:ext cx="10814824" cy="6858000"/>
          </a:xfrm>
          <a:prstGeom prst="rect">
            <a:avLst/>
          </a:prstGeom>
        </p:spPr>
      </p:pic>
      <p:sp>
        <p:nvSpPr>
          <p:cNvPr id="2" name="Espace réservé du numéro de diapositive 1">
            <a:extLst>
              <a:ext uri="{FF2B5EF4-FFF2-40B4-BE49-F238E27FC236}">
                <a16:creationId xmlns:a16="http://schemas.microsoft.com/office/drawing/2014/main" id="{446A78B7-D149-4325-A921-71862E4A7F9D}"/>
              </a:ext>
            </a:extLst>
          </p:cNvPr>
          <p:cNvSpPr>
            <a:spLocks noGrp="1"/>
          </p:cNvSpPr>
          <p:nvPr>
            <p:ph type="sldNum" sz="quarter" idx="12"/>
          </p:nvPr>
        </p:nvSpPr>
        <p:spPr/>
        <p:txBody>
          <a:bodyPr/>
          <a:lstStyle/>
          <a:p>
            <a:fld id="{E6DE1272-AAF5-4641-8632-E3BD682AB88B}" type="slidenum">
              <a:rPr lang="fr-FR" smtClean="0"/>
              <a:t>13</a:t>
            </a:fld>
            <a:endParaRPr lang="fr-FR" dirty="0"/>
          </a:p>
        </p:txBody>
      </p:sp>
    </p:spTree>
    <p:extLst>
      <p:ext uri="{BB962C8B-B14F-4D97-AF65-F5344CB8AC3E}">
        <p14:creationId xmlns:p14="http://schemas.microsoft.com/office/powerpoint/2010/main" val="205551392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757</TotalTime>
  <Words>854</Words>
  <Application>Microsoft Office PowerPoint</Application>
  <PresentationFormat>Grand écran</PresentationFormat>
  <Paragraphs>81</Paragraphs>
  <Slides>13</Slides>
  <Notes>5</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13</vt:i4>
      </vt:variant>
    </vt:vector>
  </HeadingPairs>
  <TitlesOfParts>
    <vt:vector size="22" baseType="lpstr">
      <vt:lpstr>Arial</vt:lpstr>
      <vt:lpstr>Calibri</vt:lpstr>
      <vt:lpstr>Calibri Light</vt:lpstr>
      <vt:lpstr>DeepSeek-CJK-patch</vt:lpstr>
      <vt:lpstr>Kanit Light</vt:lpstr>
      <vt:lpstr>Martel Sans</vt:lpstr>
      <vt:lpstr>Source Serif Pro Semi Bold</vt:lpstr>
      <vt:lpstr>Times New Roman</vt:lpstr>
      <vt:lpstr>Thème Office</vt:lpstr>
      <vt:lpstr>Présentation PowerPoint</vt:lpstr>
      <vt:lpstr>PLAN</vt:lpstr>
      <vt:lpstr>Présentation PowerPoint</vt:lpstr>
      <vt:lpstr>🎯 Objectifs du Projet</vt:lpstr>
      <vt:lpstr>Présentation PowerPoint</vt:lpstr>
      <vt:lpstr>Présentation PowerPoint</vt:lpstr>
      <vt:lpstr>Présentation PowerPoint</vt:lpstr>
      <vt:lpstr>Présentation PowerPoint</vt:lpstr>
      <vt:lpstr>Présentation PowerPoint</vt:lpstr>
      <vt:lpstr>Présentation PowerPoint</vt:lpstr>
      <vt:lpstr>Préparation des Machines</vt:lpstr>
      <vt:lpstr>Conclusion</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Saifeddine</dc:creator>
  <cp:lastModifiedBy>meriemounissi2023@gmail.com</cp:lastModifiedBy>
  <cp:revision>113</cp:revision>
  <dcterms:created xsi:type="dcterms:W3CDTF">2025-05-05T21:34:33Z</dcterms:created>
  <dcterms:modified xsi:type="dcterms:W3CDTF">2026-10-04T11:57:34Z</dcterms:modified>
</cp:coreProperties>
</file>